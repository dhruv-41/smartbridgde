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IBM Plex Sans"/>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2" roundtripDataSignature="AMtx7mgND9e2aONxFZRaho3L7CEajSVRQ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BMPlexSans-italic.fntdata"/><Relationship Id="rId11" Type="http://schemas.openxmlformats.org/officeDocument/2006/relationships/slide" Target="slides/slide5.xml"/><Relationship Id="rId22" Type="http://customschemas.google.com/relationships/presentationmetadata" Target="metadata"/><Relationship Id="rId10" Type="http://schemas.openxmlformats.org/officeDocument/2006/relationships/slide" Target="slides/slide4.xml"/><Relationship Id="rId21" Type="http://schemas.openxmlformats.org/officeDocument/2006/relationships/font" Target="fonts/IBMPlexSans-bold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font" Target="fonts/IBMPlexSans-bold.fntdata"/><Relationship Id="rId6" Type="http://schemas.openxmlformats.org/officeDocument/2006/relationships/notesMaster" Target="notesMasters/notesMaster1.xml"/><Relationship Id="rId18" Type="http://schemas.openxmlformats.org/officeDocument/2006/relationships/font" Target="fonts/IBMPlexSans-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383f78a6c7_0_1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27" name="Google Shape;127;g3383f78a6c7_0_1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38100" rtl="0" algn="l">
              <a:lnSpc>
                <a:spcPct val="133333"/>
              </a:lnSpc>
              <a:spcBef>
                <a:spcPts val="0"/>
              </a:spcBef>
              <a:spcAft>
                <a:spcPts val="0"/>
              </a:spcAft>
              <a:buSzPts val="1100"/>
              <a:buNone/>
            </a:pPr>
            <a:r>
              <a:t/>
            </a:r>
            <a:endParaRPr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38100" rtl="0" algn="l">
              <a:lnSpc>
                <a:spcPct val="133333"/>
              </a:lnSpc>
              <a:spcBef>
                <a:spcPts val="0"/>
              </a:spcBef>
              <a:spcAft>
                <a:spcPts val="0"/>
              </a:spcAft>
              <a:buSzPts val="1100"/>
              <a:buNone/>
            </a:pPr>
            <a:r>
              <a:t/>
            </a:r>
            <a:endParaRPr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38100" rtl="0" algn="l">
              <a:lnSpc>
                <a:spcPct val="133333"/>
              </a:lnSpc>
              <a:spcBef>
                <a:spcPts val="0"/>
              </a:spcBef>
              <a:spcAft>
                <a:spcPts val="0"/>
              </a:spcAft>
              <a:buSzPts val="1100"/>
              <a:buNone/>
            </a:pPr>
            <a:r>
              <a:t/>
            </a:r>
            <a:endParaRPr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38100" rtl="0" algn="l">
              <a:lnSpc>
                <a:spcPct val="133333"/>
              </a:lnSpc>
              <a:spcBef>
                <a:spcPts val="0"/>
              </a:spcBef>
              <a:spcAft>
                <a:spcPts val="0"/>
              </a:spcAft>
              <a:buSzPts val="1100"/>
              <a:buNone/>
            </a:pPr>
            <a:r>
              <a:t/>
            </a:r>
            <a:endParaRPr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38100" rtl="0" algn="l">
              <a:lnSpc>
                <a:spcPct val="133333"/>
              </a:lnSpc>
              <a:spcBef>
                <a:spcPts val="0"/>
              </a:spcBef>
              <a:spcAft>
                <a:spcPts val="0"/>
              </a:spcAft>
              <a:buSzPts val="1100"/>
              <a:buNone/>
            </a:pPr>
            <a:r>
              <a:t/>
            </a:r>
            <a:endParaRPr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38100" rtl="0" algn="l">
              <a:lnSpc>
                <a:spcPct val="133333"/>
              </a:lnSpc>
              <a:spcBef>
                <a:spcPts val="0"/>
              </a:spcBef>
              <a:spcAft>
                <a:spcPts val="0"/>
              </a:spcAft>
              <a:buSzPts val="1100"/>
              <a:buNone/>
            </a:pPr>
            <a:r>
              <a:t/>
            </a:r>
            <a:endParaRPr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38100" rtl="0" algn="l">
              <a:lnSpc>
                <a:spcPct val="133333"/>
              </a:lnSpc>
              <a:spcBef>
                <a:spcPts val="0"/>
              </a:spcBef>
              <a:spcAft>
                <a:spcPts val="0"/>
              </a:spcAft>
              <a:buSzPts val="1100"/>
              <a:buNone/>
            </a:pPr>
            <a:r>
              <a:t/>
            </a:r>
            <a:endParaRPr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38100" rtl="0" algn="l">
              <a:lnSpc>
                <a:spcPct val="133333"/>
              </a:lnSpc>
              <a:spcBef>
                <a:spcPts val="0"/>
              </a:spcBef>
              <a:spcAft>
                <a:spcPts val="0"/>
              </a:spcAft>
              <a:buSzPts val="1100"/>
              <a:buNone/>
            </a:pPr>
            <a:r>
              <a:t/>
            </a:r>
            <a:endParaRPr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1ed9f99e59_1_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g21ed9f99e59_1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38100" rtl="0" algn="l">
              <a:lnSpc>
                <a:spcPct val="133333"/>
              </a:lnSpc>
              <a:spcBef>
                <a:spcPts val="0"/>
              </a:spcBef>
              <a:spcAft>
                <a:spcPts val="0"/>
              </a:spcAft>
              <a:buSzPts val="1100"/>
              <a:buNone/>
            </a:pPr>
            <a:r>
              <a:t/>
            </a:r>
            <a:endParaRPr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g3383f78a6c7_0_5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g3383f78a6c7_0_5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g3383f78a6c7_0_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g3383f78a6c7_0_5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g3383f78a6c7_0_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g3383f78a6c7_0_5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g3383f78a6c7_0_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g3383f78a6c7_0_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g3383f78a6c7_0_6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g3383f78a6c7_0_61"/>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g3383f78a6c7_0_61"/>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g3383f78a6c7_0_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g3383f78a6c7_0_6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g3383f78a6c7_0_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g3383f78a6c7_0_6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g3383f78a6c7_0_6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g3383f78a6c7_0_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g3383f78a6c7_0_73"/>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g3383f78a6c7_0_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g3383f78a6c7_0_7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g3383f78a6c7_0_76"/>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g3383f78a6c7_0_76"/>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g3383f78a6c7_0_76"/>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g3383f78a6c7_0_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g3383f78a6c7_0_8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g3383f78a6c7_0_8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g3383f78a6c7_0_8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g3383f78a6c7_0_85"/>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g3383f78a6c7_0_8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g3383f78a6c7_0_8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g3383f78a6c7_0_216"/>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8" name="Google Shape;58;g3383f78a6c7_0_216"/>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9" name="Google Shape;59;g3383f78a6c7_0_216"/>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0" name="Shape 60"/>
        <p:cNvGrpSpPr/>
        <p:nvPr/>
      </p:nvGrpSpPr>
      <p:grpSpPr>
        <a:xfrm>
          <a:off x="0" y="0"/>
          <a:ext cx="0" cy="0"/>
          <a:chOff x="0" y="0"/>
          <a:chExt cx="0" cy="0"/>
        </a:xfrm>
      </p:grpSpPr>
      <p:sp>
        <p:nvSpPr>
          <p:cNvPr id="61" name="Google Shape;61;g3383f78a6c7_0_2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2" name="Google Shape;62;g3383f78a6c7_0_220"/>
          <p:cNvSpPr txBox="1"/>
          <p:nvPr>
            <p:ph idx="1" type="body"/>
          </p:nvPr>
        </p:nvSpPr>
        <p:spPr>
          <a:xfrm>
            <a:off x="228600" y="800100"/>
            <a:ext cx="4114800" cy="2263200"/>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63" name="Google Shape;63;g3383f78a6c7_0_220"/>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4" name="Google Shape;64;g3383f78a6c7_0_220"/>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5" name="Google Shape;65;g3383f78a6c7_0_220"/>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6" name="Shape 66"/>
        <p:cNvGrpSpPr/>
        <p:nvPr/>
      </p:nvGrpSpPr>
      <p:grpSpPr>
        <a:xfrm>
          <a:off x="0" y="0"/>
          <a:ext cx="0" cy="0"/>
          <a:chOff x="0" y="0"/>
          <a:chExt cx="0" cy="0"/>
        </a:xfrm>
      </p:grpSpPr>
      <p:sp>
        <p:nvSpPr>
          <p:cNvPr id="67" name="Google Shape;67;g3383f78a6c7_0_226"/>
          <p:cNvSpPr txBox="1"/>
          <p:nvPr>
            <p:ph type="ctrTitle"/>
          </p:nvPr>
        </p:nvSpPr>
        <p:spPr>
          <a:xfrm>
            <a:off x="342900" y="1065213"/>
            <a:ext cx="3886200" cy="7350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8" name="Google Shape;68;g3383f78a6c7_0_226"/>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lnSpc>
                <a:spcPct val="100000"/>
              </a:lnSpc>
              <a:spcBef>
                <a:spcPts val="300"/>
              </a:spcBef>
              <a:spcAft>
                <a:spcPts val="0"/>
              </a:spcAft>
              <a:buClr>
                <a:srgbClr val="888888"/>
              </a:buClr>
              <a:buSzPts val="1600"/>
              <a:buNone/>
              <a:defRPr>
                <a:solidFill>
                  <a:srgbClr val="888888"/>
                </a:solidFill>
              </a:defRPr>
            </a:lvl1pPr>
            <a:lvl2pPr lvl="1" algn="ctr">
              <a:lnSpc>
                <a:spcPct val="100000"/>
              </a:lnSpc>
              <a:spcBef>
                <a:spcPts val="300"/>
              </a:spcBef>
              <a:spcAft>
                <a:spcPts val="0"/>
              </a:spcAft>
              <a:buClr>
                <a:srgbClr val="888888"/>
              </a:buClr>
              <a:buSzPts val="1400"/>
              <a:buNone/>
              <a:defRPr>
                <a:solidFill>
                  <a:srgbClr val="888888"/>
                </a:solidFill>
              </a:defRPr>
            </a:lvl2pPr>
            <a:lvl3pPr lvl="2" algn="ctr">
              <a:lnSpc>
                <a:spcPct val="100000"/>
              </a:lnSpc>
              <a:spcBef>
                <a:spcPts val="200"/>
              </a:spcBef>
              <a:spcAft>
                <a:spcPts val="0"/>
              </a:spcAft>
              <a:buClr>
                <a:srgbClr val="888888"/>
              </a:buClr>
              <a:buSzPts val="1200"/>
              <a:buNone/>
              <a:defRPr>
                <a:solidFill>
                  <a:srgbClr val="888888"/>
                </a:solidFill>
              </a:defRPr>
            </a:lvl3pPr>
            <a:lvl4pPr lvl="3" algn="ctr">
              <a:lnSpc>
                <a:spcPct val="100000"/>
              </a:lnSpc>
              <a:spcBef>
                <a:spcPts val="200"/>
              </a:spcBef>
              <a:spcAft>
                <a:spcPts val="0"/>
              </a:spcAft>
              <a:buClr>
                <a:srgbClr val="888888"/>
              </a:buClr>
              <a:buSzPts val="1000"/>
              <a:buNone/>
              <a:defRPr>
                <a:solidFill>
                  <a:srgbClr val="888888"/>
                </a:solidFill>
              </a:defRPr>
            </a:lvl4pPr>
            <a:lvl5pPr lvl="4" algn="ctr">
              <a:lnSpc>
                <a:spcPct val="100000"/>
              </a:lnSpc>
              <a:spcBef>
                <a:spcPts val="200"/>
              </a:spcBef>
              <a:spcAft>
                <a:spcPts val="0"/>
              </a:spcAft>
              <a:buClr>
                <a:srgbClr val="888888"/>
              </a:buClr>
              <a:buSzPts val="1000"/>
              <a:buNone/>
              <a:defRPr>
                <a:solidFill>
                  <a:srgbClr val="888888"/>
                </a:solidFill>
              </a:defRPr>
            </a:lvl5pPr>
            <a:lvl6pPr lvl="5" algn="ctr">
              <a:lnSpc>
                <a:spcPct val="100000"/>
              </a:lnSpc>
              <a:spcBef>
                <a:spcPts val="200"/>
              </a:spcBef>
              <a:spcAft>
                <a:spcPts val="0"/>
              </a:spcAft>
              <a:buClr>
                <a:srgbClr val="888888"/>
              </a:buClr>
              <a:buSzPts val="1000"/>
              <a:buNone/>
              <a:defRPr>
                <a:solidFill>
                  <a:srgbClr val="888888"/>
                </a:solidFill>
              </a:defRPr>
            </a:lvl6pPr>
            <a:lvl7pPr lvl="6" algn="ctr">
              <a:lnSpc>
                <a:spcPct val="100000"/>
              </a:lnSpc>
              <a:spcBef>
                <a:spcPts val="200"/>
              </a:spcBef>
              <a:spcAft>
                <a:spcPts val="0"/>
              </a:spcAft>
              <a:buClr>
                <a:srgbClr val="888888"/>
              </a:buClr>
              <a:buSzPts val="1000"/>
              <a:buNone/>
              <a:defRPr>
                <a:solidFill>
                  <a:srgbClr val="888888"/>
                </a:solidFill>
              </a:defRPr>
            </a:lvl7pPr>
            <a:lvl8pPr lvl="7" algn="ctr">
              <a:lnSpc>
                <a:spcPct val="100000"/>
              </a:lnSpc>
              <a:spcBef>
                <a:spcPts val="200"/>
              </a:spcBef>
              <a:spcAft>
                <a:spcPts val="0"/>
              </a:spcAft>
              <a:buClr>
                <a:srgbClr val="888888"/>
              </a:buClr>
              <a:buSzPts val="1000"/>
              <a:buNone/>
              <a:defRPr>
                <a:solidFill>
                  <a:srgbClr val="888888"/>
                </a:solidFill>
              </a:defRPr>
            </a:lvl8pPr>
            <a:lvl9pPr lvl="8" algn="ctr">
              <a:lnSpc>
                <a:spcPct val="100000"/>
              </a:lnSpc>
              <a:spcBef>
                <a:spcPts val="200"/>
              </a:spcBef>
              <a:spcAft>
                <a:spcPts val="0"/>
              </a:spcAft>
              <a:buClr>
                <a:srgbClr val="888888"/>
              </a:buClr>
              <a:buSzPts val="1000"/>
              <a:buNone/>
              <a:defRPr>
                <a:solidFill>
                  <a:srgbClr val="888888"/>
                </a:solidFill>
              </a:defRPr>
            </a:lvl9pPr>
          </a:lstStyle>
          <a:p/>
        </p:txBody>
      </p:sp>
      <p:sp>
        <p:nvSpPr>
          <p:cNvPr id="69" name="Google Shape;69;g3383f78a6c7_0_226"/>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0" name="Google Shape;70;g3383f78a6c7_0_226"/>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1" name="Google Shape;71;g3383f78a6c7_0_226"/>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g3383f78a6c7_0_232"/>
          <p:cNvSpPr txBox="1"/>
          <p:nvPr>
            <p:ph type="title"/>
          </p:nvPr>
        </p:nvSpPr>
        <p:spPr>
          <a:xfrm>
            <a:off x="361156" y="2203450"/>
            <a:ext cx="3886200" cy="681000"/>
          </a:xfrm>
          <a:prstGeom prst="rect">
            <a:avLst/>
          </a:prstGeom>
          <a:noFill/>
          <a:ln>
            <a:noFill/>
          </a:ln>
        </p:spPr>
        <p:txBody>
          <a:bodyPr anchorCtr="0" anchor="t" bIns="22850" lIns="45725" spcFirstLastPara="1" rIns="45725" wrap="square" tIns="22850">
            <a:normAutofit/>
          </a:bodyPr>
          <a:lstStyle>
            <a:lvl1pPr lvl="0" algn="l">
              <a:lnSpc>
                <a:spcPct val="100000"/>
              </a:lnSpc>
              <a:spcBef>
                <a:spcPts val="0"/>
              </a:spcBef>
              <a:spcAft>
                <a:spcPts val="0"/>
              </a:spcAft>
              <a:buClr>
                <a:schemeClr val="dk1"/>
              </a:buClr>
              <a:buSzPts val="2000"/>
              <a:buFont typeface="Calibri"/>
              <a:buNone/>
              <a:defRPr b="1" sz="2000" cap="none"/>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4" name="Google Shape;74;g3383f78a6c7_0_232"/>
          <p:cNvSpPr txBox="1"/>
          <p:nvPr>
            <p:ph idx="1" type="body"/>
          </p:nvPr>
        </p:nvSpPr>
        <p:spPr>
          <a:xfrm>
            <a:off x="361156" y="1453357"/>
            <a:ext cx="3886200" cy="750300"/>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rgbClr val="888888"/>
              </a:buClr>
              <a:buSzPts val="1000"/>
              <a:buNone/>
              <a:defRPr sz="1000">
                <a:solidFill>
                  <a:srgbClr val="888888"/>
                </a:solidFill>
              </a:defRPr>
            </a:lvl1pPr>
            <a:lvl2pPr indent="-228600" lvl="1" marL="914400" algn="l">
              <a:lnSpc>
                <a:spcPct val="100000"/>
              </a:lnSpc>
              <a:spcBef>
                <a:spcPts val="200"/>
              </a:spcBef>
              <a:spcAft>
                <a:spcPts val="0"/>
              </a:spcAft>
              <a:buClr>
                <a:srgbClr val="888888"/>
              </a:buClr>
              <a:buSzPts val="900"/>
              <a:buNone/>
              <a:defRPr sz="900">
                <a:solidFill>
                  <a:srgbClr val="888888"/>
                </a:solidFill>
              </a:defRPr>
            </a:lvl2pPr>
            <a:lvl3pPr indent="-228600" lvl="2" marL="1371600" algn="l">
              <a:lnSpc>
                <a:spcPct val="100000"/>
              </a:lnSpc>
              <a:spcBef>
                <a:spcPts val="200"/>
              </a:spcBef>
              <a:spcAft>
                <a:spcPts val="0"/>
              </a:spcAft>
              <a:buClr>
                <a:srgbClr val="888888"/>
              </a:buClr>
              <a:buSzPts val="800"/>
              <a:buNone/>
              <a:defRPr sz="800">
                <a:solidFill>
                  <a:srgbClr val="888888"/>
                </a:solidFill>
              </a:defRPr>
            </a:lvl3pPr>
            <a:lvl4pPr indent="-228600" lvl="3" marL="1828800" algn="l">
              <a:lnSpc>
                <a:spcPct val="100000"/>
              </a:lnSpc>
              <a:spcBef>
                <a:spcPts val="100"/>
              </a:spcBef>
              <a:spcAft>
                <a:spcPts val="0"/>
              </a:spcAft>
              <a:buClr>
                <a:srgbClr val="888888"/>
              </a:buClr>
              <a:buSzPts val="700"/>
              <a:buNone/>
              <a:defRPr sz="700">
                <a:solidFill>
                  <a:srgbClr val="888888"/>
                </a:solidFill>
              </a:defRPr>
            </a:lvl4pPr>
            <a:lvl5pPr indent="-228600" lvl="4" marL="2286000" algn="l">
              <a:lnSpc>
                <a:spcPct val="100000"/>
              </a:lnSpc>
              <a:spcBef>
                <a:spcPts val="100"/>
              </a:spcBef>
              <a:spcAft>
                <a:spcPts val="0"/>
              </a:spcAft>
              <a:buClr>
                <a:srgbClr val="888888"/>
              </a:buClr>
              <a:buSzPts val="700"/>
              <a:buNone/>
              <a:defRPr sz="700">
                <a:solidFill>
                  <a:srgbClr val="888888"/>
                </a:solidFill>
              </a:defRPr>
            </a:lvl5pPr>
            <a:lvl6pPr indent="-228600" lvl="5" marL="2743200" algn="l">
              <a:lnSpc>
                <a:spcPct val="100000"/>
              </a:lnSpc>
              <a:spcBef>
                <a:spcPts val="100"/>
              </a:spcBef>
              <a:spcAft>
                <a:spcPts val="0"/>
              </a:spcAft>
              <a:buClr>
                <a:srgbClr val="888888"/>
              </a:buClr>
              <a:buSzPts val="700"/>
              <a:buNone/>
              <a:defRPr sz="700">
                <a:solidFill>
                  <a:srgbClr val="888888"/>
                </a:solidFill>
              </a:defRPr>
            </a:lvl6pPr>
            <a:lvl7pPr indent="-228600" lvl="6" marL="3200400" algn="l">
              <a:lnSpc>
                <a:spcPct val="100000"/>
              </a:lnSpc>
              <a:spcBef>
                <a:spcPts val="100"/>
              </a:spcBef>
              <a:spcAft>
                <a:spcPts val="0"/>
              </a:spcAft>
              <a:buClr>
                <a:srgbClr val="888888"/>
              </a:buClr>
              <a:buSzPts val="700"/>
              <a:buNone/>
              <a:defRPr sz="700">
                <a:solidFill>
                  <a:srgbClr val="888888"/>
                </a:solidFill>
              </a:defRPr>
            </a:lvl7pPr>
            <a:lvl8pPr indent="-228600" lvl="7" marL="3657600" algn="l">
              <a:lnSpc>
                <a:spcPct val="100000"/>
              </a:lnSpc>
              <a:spcBef>
                <a:spcPts val="100"/>
              </a:spcBef>
              <a:spcAft>
                <a:spcPts val="0"/>
              </a:spcAft>
              <a:buClr>
                <a:srgbClr val="888888"/>
              </a:buClr>
              <a:buSzPts val="700"/>
              <a:buNone/>
              <a:defRPr sz="700">
                <a:solidFill>
                  <a:srgbClr val="888888"/>
                </a:solidFill>
              </a:defRPr>
            </a:lvl8pPr>
            <a:lvl9pPr indent="-228600" lvl="8" marL="4114800" algn="l">
              <a:lnSpc>
                <a:spcPct val="100000"/>
              </a:lnSpc>
              <a:spcBef>
                <a:spcPts val="100"/>
              </a:spcBef>
              <a:spcAft>
                <a:spcPts val="0"/>
              </a:spcAft>
              <a:buClr>
                <a:srgbClr val="888888"/>
              </a:buClr>
              <a:buSzPts val="700"/>
              <a:buNone/>
              <a:defRPr sz="700">
                <a:solidFill>
                  <a:srgbClr val="888888"/>
                </a:solidFill>
              </a:defRPr>
            </a:lvl9pPr>
          </a:lstStyle>
          <a:p/>
        </p:txBody>
      </p:sp>
      <p:sp>
        <p:nvSpPr>
          <p:cNvPr id="75" name="Google Shape;75;g3383f78a6c7_0_232"/>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6" name="Google Shape;76;g3383f78a6c7_0_232"/>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7" name="Google Shape;77;g3383f78a6c7_0_232"/>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g3383f78a6c7_0_23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80" name="Google Shape;80;g3383f78a6c7_0_238"/>
          <p:cNvSpPr txBox="1"/>
          <p:nvPr>
            <p:ph idx="1" type="body"/>
          </p:nvPr>
        </p:nvSpPr>
        <p:spPr>
          <a:xfrm>
            <a:off x="228600" y="800100"/>
            <a:ext cx="2019300" cy="2263200"/>
          </a:xfrm>
          <a:prstGeom prst="rect">
            <a:avLst/>
          </a:prstGeom>
          <a:noFill/>
          <a:ln>
            <a:noFill/>
          </a:ln>
        </p:spPr>
        <p:txBody>
          <a:bodyPr anchorCtr="0" anchor="t" bIns="22850" lIns="45725" spcFirstLastPara="1" rIns="45725" wrap="square" tIns="22850">
            <a:normAutofit/>
          </a:bodyPr>
          <a:lstStyle>
            <a:lvl1pPr indent="-317500" lvl="0" marL="457200" algn="l">
              <a:lnSpc>
                <a:spcPct val="100000"/>
              </a:lnSpc>
              <a:spcBef>
                <a:spcPts val="300"/>
              </a:spcBef>
              <a:spcAft>
                <a:spcPts val="0"/>
              </a:spcAft>
              <a:buClr>
                <a:schemeClr val="dk1"/>
              </a:buClr>
              <a:buSzPts val="1400"/>
              <a:buChar char="•"/>
              <a:defRPr sz="1400"/>
            </a:lvl1pPr>
            <a:lvl2pPr indent="-304800" lvl="1" marL="914400" algn="l">
              <a:lnSpc>
                <a:spcPct val="100000"/>
              </a:lnSpc>
              <a:spcBef>
                <a:spcPts val="200"/>
              </a:spcBef>
              <a:spcAft>
                <a:spcPts val="0"/>
              </a:spcAft>
              <a:buClr>
                <a:schemeClr val="dk1"/>
              </a:buClr>
              <a:buSzPts val="1200"/>
              <a:buChar char="–"/>
              <a:defRPr sz="1200"/>
            </a:lvl2pPr>
            <a:lvl3pPr indent="-292100" lvl="2" marL="1371600" algn="l">
              <a:lnSpc>
                <a:spcPct val="100000"/>
              </a:lnSpc>
              <a:spcBef>
                <a:spcPts val="200"/>
              </a:spcBef>
              <a:spcAft>
                <a:spcPts val="0"/>
              </a:spcAft>
              <a:buClr>
                <a:schemeClr val="dk1"/>
              </a:buClr>
              <a:buSzPts val="1000"/>
              <a:buChar char="•"/>
              <a:defRPr sz="10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200"/>
              </a:spcBef>
              <a:spcAft>
                <a:spcPts val="0"/>
              </a:spcAft>
              <a:buClr>
                <a:schemeClr val="dk1"/>
              </a:buClr>
              <a:buSzPts val="900"/>
              <a:buChar char="»"/>
              <a:defRPr sz="900"/>
            </a:lvl5pPr>
            <a:lvl6pPr indent="-285750" lvl="5" marL="2743200" algn="l">
              <a:lnSpc>
                <a:spcPct val="100000"/>
              </a:lnSpc>
              <a:spcBef>
                <a:spcPts val="200"/>
              </a:spcBef>
              <a:spcAft>
                <a:spcPts val="0"/>
              </a:spcAft>
              <a:buClr>
                <a:schemeClr val="dk1"/>
              </a:buClr>
              <a:buSzPts val="900"/>
              <a:buChar char="•"/>
              <a:defRPr sz="900"/>
            </a:lvl6pPr>
            <a:lvl7pPr indent="-285750" lvl="6" marL="3200400" algn="l">
              <a:lnSpc>
                <a:spcPct val="100000"/>
              </a:lnSpc>
              <a:spcBef>
                <a:spcPts val="200"/>
              </a:spcBef>
              <a:spcAft>
                <a:spcPts val="0"/>
              </a:spcAft>
              <a:buClr>
                <a:schemeClr val="dk1"/>
              </a:buClr>
              <a:buSzPts val="900"/>
              <a:buChar char="•"/>
              <a:defRPr sz="900"/>
            </a:lvl7pPr>
            <a:lvl8pPr indent="-285750" lvl="7" marL="3657600" algn="l">
              <a:lnSpc>
                <a:spcPct val="100000"/>
              </a:lnSpc>
              <a:spcBef>
                <a:spcPts val="200"/>
              </a:spcBef>
              <a:spcAft>
                <a:spcPts val="0"/>
              </a:spcAft>
              <a:buClr>
                <a:schemeClr val="dk1"/>
              </a:buClr>
              <a:buSzPts val="900"/>
              <a:buChar char="•"/>
              <a:defRPr sz="900"/>
            </a:lvl8pPr>
            <a:lvl9pPr indent="-285750" lvl="8" marL="4114800" algn="l">
              <a:lnSpc>
                <a:spcPct val="100000"/>
              </a:lnSpc>
              <a:spcBef>
                <a:spcPts val="200"/>
              </a:spcBef>
              <a:spcAft>
                <a:spcPts val="0"/>
              </a:spcAft>
              <a:buClr>
                <a:schemeClr val="dk1"/>
              </a:buClr>
              <a:buSzPts val="900"/>
              <a:buChar char="•"/>
              <a:defRPr sz="900"/>
            </a:lvl9pPr>
          </a:lstStyle>
          <a:p/>
        </p:txBody>
      </p:sp>
      <p:sp>
        <p:nvSpPr>
          <p:cNvPr id="81" name="Google Shape;81;g3383f78a6c7_0_238"/>
          <p:cNvSpPr txBox="1"/>
          <p:nvPr>
            <p:ph idx="2" type="body"/>
          </p:nvPr>
        </p:nvSpPr>
        <p:spPr>
          <a:xfrm>
            <a:off x="2324100" y="800100"/>
            <a:ext cx="2019300" cy="2263200"/>
          </a:xfrm>
          <a:prstGeom prst="rect">
            <a:avLst/>
          </a:prstGeom>
          <a:noFill/>
          <a:ln>
            <a:noFill/>
          </a:ln>
        </p:spPr>
        <p:txBody>
          <a:bodyPr anchorCtr="0" anchor="t" bIns="22850" lIns="45725" spcFirstLastPara="1" rIns="45725" wrap="square" tIns="22850">
            <a:normAutofit/>
          </a:bodyPr>
          <a:lstStyle>
            <a:lvl1pPr indent="-317500" lvl="0" marL="457200" algn="l">
              <a:lnSpc>
                <a:spcPct val="100000"/>
              </a:lnSpc>
              <a:spcBef>
                <a:spcPts val="300"/>
              </a:spcBef>
              <a:spcAft>
                <a:spcPts val="0"/>
              </a:spcAft>
              <a:buClr>
                <a:schemeClr val="dk1"/>
              </a:buClr>
              <a:buSzPts val="1400"/>
              <a:buChar char="•"/>
              <a:defRPr sz="1400"/>
            </a:lvl1pPr>
            <a:lvl2pPr indent="-304800" lvl="1" marL="914400" algn="l">
              <a:lnSpc>
                <a:spcPct val="100000"/>
              </a:lnSpc>
              <a:spcBef>
                <a:spcPts val="200"/>
              </a:spcBef>
              <a:spcAft>
                <a:spcPts val="0"/>
              </a:spcAft>
              <a:buClr>
                <a:schemeClr val="dk1"/>
              </a:buClr>
              <a:buSzPts val="1200"/>
              <a:buChar char="–"/>
              <a:defRPr sz="1200"/>
            </a:lvl2pPr>
            <a:lvl3pPr indent="-292100" lvl="2" marL="1371600" algn="l">
              <a:lnSpc>
                <a:spcPct val="100000"/>
              </a:lnSpc>
              <a:spcBef>
                <a:spcPts val="200"/>
              </a:spcBef>
              <a:spcAft>
                <a:spcPts val="0"/>
              </a:spcAft>
              <a:buClr>
                <a:schemeClr val="dk1"/>
              </a:buClr>
              <a:buSzPts val="1000"/>
              <a:buChar char="•"/>
              <a:defRPr sz="10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200"/>
              </a:spcBef>
              <a:spcAft>
                <a:spcPts val="0"/>
              </a:spcAft>
              <a:buClr>
                <a:schemeClr val="dk1"/>
              </a:buClr>
              <a:buSzPts val="900"/>
              <a:buChar char="»"/>
              <a:defRPr sz="900"/>
            </a:lvl5pPr>
            <a:lvl6pPr indent="-285750" lvl="5" marL="2743200" algn="l">
              <a:lnSpc>
                <a:spcPct val="100000"/>
              </a:lnSpc>
              <a:spcBef>
                <a:spcPts val="200"/>
              </a:spcBef>
              <a:spcAft>
                <a:spcPts val="0"/>
              </a:spcAft>
              <a:buClr>
                <a:schemeClr val="dk1"/>
              </a:buClr>
              <a:buSzPts val="900"/>
              <a:buChar char="•"/>
              <a:defRPr sz="900"/>
            </a:lvl6pPr>
            <a:lvl7pPr indent="-285750" lvl="6" marL="3200400" algn="l">
              <a:lnSpc>
                <a:spcPct val="100000"/>
              </a:lnSpc>
              <a:spcBef>
                <a:spcPts val="200"/>
              </a:spcBef>
              <a:spcAft>
                <a:spcPts val="0"/>
              </a:spcAft>
              <a:buClr>
                <a:schemeClr val="dk1"/>
              </a:buClr>
              <a:buSzPts val="900"/>
              <a:buChar char="•"/>
              <a:defRPr sz="900"/>
            </a:lvl7pPr>
            <a:lvl8pPr indent="-285750" lvl="7" marL="3657600" algn="l">
              <a:lnSpc>
                <a:spcPct val="100000"/>
              </a:lnSpc>
              <a:spcBef>
                <a:spcPts val="200"/>
              </a:spcBef>
              <a:spcAft>
                <a:spcPts val="0"/>
              </a:spcAft>
              <a:buClr>
                <a:schemeClr val="dk1"/>
              </a:buClr>
              <a:buSzPts val="900"/>
              <a:buChar char="•"/>
              <a:defRPr sz="900"/>
            </a:lvl8pPr>
            <a:lvl9pPr indent="-285750" lvl="8" marL="4114800" algn="l">
              <a:lnSpc>
                <a:spcPct val="100000"/>
              </a:lnSpc>
              <a:spcBef>
                <a:spcPts val="200"/>
              </a:spcBef>
              <a:spcAft>
                <a:spcPts val="0"/>
              </a:spcAft>
              <a:buClr>
                <a:schemeClr val="dk1"/>
              </a:buClr>
              <a:buSzPts val="900"/>
              <a:buChar char="•"/>
              <a:defRPr sz="900"/>
            </a:lvl9pPr>
          </a:lstStyle>
          <a:p/>
        </p:txBody>
      </p:sp>
      <p:sp>
        <p:nvSpPr>
          <p:cNvPr id="82" name="Google Shape;82;g3383f78a6c7_0_238"/>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83" name="Google Shape;83;g3383f78a6c7_0_238"/>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84" name="Google Shape;84;g3383f78a6c7_0_238"/>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g3383f78a6c7_0_245"/>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2200"/>
              <a:buFont typeface="Calibri"/>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87" name="Google Shape;87;g3383f78a6c7_0_245"/>
          <p:cNvSpPr txBox="1"/>
          <p:nvPr>
            <p:ph idx="1" type="body"/>
          </p:nvPr>
        </p:nvSpPr>
        <p:spPr>
          <a:xfrm>
            <a:off x="228600" y="767556"/>
            <a:ext cx="2020200" cy="320100"/>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chemeClr val="dk1"/>
              </a:buClr>
              <a:buSzPts val="1200"/>
              <a:buNone/>
              <a:defRPr b="1" sz="1200"/>
            </a:lvl1pPr>
            <a:lvl2pPr indent="-228600" lvl="1" marL="914400" algn="l">
              <a:lnSpc>
                <a:spcPct val="100000"/>
              </a:lnSpc>
              <a:spcBef>
                <a:spcPts val="200"/>
              </a:spcBef>
              <a:spcAft>
                <a:spcPts val="0"/>
              </a:spcAft>
              <a:buClr>
                <a:schemeClr val="dk1"/>
              </a:buClr>
              <a:buSzPts val="1000"/>
              <a:buNone/>
              <a:defRPr b="1" sz="1000"/>
            </a:lvl2pPr>
            <a:lvl3pPr indent="-228600" lvl="2" marL="1371600" algn="l">
              <a:lnSpc>
                <a:spcPct val="100000"/>
              </a:lnSpc>
              <a:spcBef>
                <a:spcPts val="200"/>
              </a:spcBef>
              <a:spcAft>
                <a:spcPts val="0"/>
              </a:spcAft>
              <a:buClr>
                <a:schemeClr val="dk1"/>
              </a:buClr>
              <a:buSzPts val="900"/>
              <a:buNone/>
              <a:defRPr b="1" sz="900"/>
            </a:lvl3pPr>
            <a:lvl4pPr indent="-228600" lvl="3" marL="1828800" algn="l">
              <a:lnSpc>
                <a:spcPct val="100000"/>
              </a:lnSpc>
              <a:spcBef>
                <a:spcPts val="200"/>
              </a:spcBef>
              <a:spcAft>
                <a:spcPts val="0"/>
              </a:spcAft>
              <a:buClr>
                <a:schemeClr val="dk1"/>
              </a:buClr>
              <a:buSzPts val="800"/>
              <a:buNone/>
              <a:defRPr b="1" sz="800"/>
            </a:lvl4pPr>
            <a:lvl5pPr indent="-228600" lvl="4" marL="2286000" algn="l">
              <a:lnSpc>
                <a:spcPct val="100000"/>
              </a:lnSpc>
              <a:spcBef>
                <a:spcPts val="200"/>
              </a:spcBef>
              <a:spcAft>
                <a:spcPts val="0"/>
              </a:spcAft>
              <a:buClr>
                <a:schemeClr val="dk1"/>
              </a:buClr>
              <a:buSzPts val="800"/>
              <a:buNone/>
              <a:defRPr b="1" sz="800"/>
            </a:lvl5pPr>
            <a:lvl6pPr indent="-228600" lvl="5" marL="2743200" algn="l">
              <a:lnSpc>
                <a:spcPct val="100000"/>
              </a:lnSpc>
              <a:spcBef>
                <a:spcPts val="200"/>
              </a:spcBef>
              <a:spcAft>
                <a:spcPts val="0"/>
              </a:spcAft>
              <a:buClr>
                <a:schemeClr val="dk1"/>
              </a:buClr>
              <a:buSzPts val="800"/>
              <a:buNone/>
              <a:defRPr b="1" sz="800"/>
            </a:lvl6pPr>
            <a:lvl7pPr indent="-228600" lvl="6" marL="3200400" algn="l">
              <a:lnSpc>
                <a:spcPct val="100000"/>
              </a:lnSpc>
              <a:spcBef>
                <a:spcPts val="200"/>
              </a:spcBef>
              <a:spcAft>
                <a:spcPts val="0"/>
              </a:spcAft>
              <a:buClr>
                <a:schemeClr val="dk1"/>
              </a:buClr>
              <a:buSzPts val="800"/>
              <a:buNone/>
              <a:defRPr b="1" sz="800"/>
            </a:lvl7pPr>
            <a:lvl8pPr indent="-228600" lvl="7" marL="3657600" algn="l">
              <a:lnSpc>
                <a:spcPct val="100000"/>
              </a:lnSpc>
              <a:spcBef>
                <a:spcPts val="200"/>
              </a:spcBef>
              <a:spcAft>
                <a:spcPts val="0"/>
              </a:spcAft>
              <a:buClr>
                <a:schemeClr val="dk1"/>
              </a:buClr>
              <a:buSzPts val="800"/>
              <a:buNone/>
              <a:defRPr b="1" sz="800"/>
            </a:lvl8pPr>
            <a:lvl9pPr indent="-228600" lvl="8" marL="4114800" algn="l">
              <a:lnSpc>
                <a:spcPct val="100000"/>
              </a:lnSpc>
              <a:spcBef>
                <a:spcPts val="200"/>
              </a:spcBef>
              <a:spcAft>
                <a:spcPts val="0"/>
              </a:spcAft>
              <a:buClr>
                <a:schemeClr val="dk1"/>
              </a:buClr>
              <a:buSzPts val="800"/>
              <a:buNone/>
              <a:defRPr b="1" sz="800"/>
            </a:lvl9pPr>
          </a:lstStyle>
          <a:p/>
        </p:txBody>
      </p:sp>
      <p:sp>
        <p:nvSpPr>
          <p:cNvPr id="88" name="Google Shape;88;g3383f78a6c7_0_245"/>
          <p:cNvSpPr txBox="1"/>
          <p:nvPr>
            <p:ph idx="2" type="body"/>
          </p:nvPr>
        </p:nvSpPr>
        <p:spPr>
          <a:xfrm>
            <a:off x="228600" y="1087438"/>
            <a:ext cx="2020200" cy="1975800"/>
          </a:xfrm>
          <a:prstGeom prst="rect">
            <a:avLst/>
          </a:prstGeom>
          <a:noFill/>
          <a:ln>
            <a:noFill/>
          </a:ln>
        </p:spPr>
        <p:txBody>
          <a:bodyPr anchorCtr="0" anchor="t" bIns="22850" lIns="45725" spcFirstLastPara="1" rIns="45725" wrap="square" tIns="22850">
            <a:normAutofit/>
          </a:bodyPr>
          <a:lstStyle>
            <a:lvl1pPr indent="-304800" lvl="0" marL="457200" algn="l">
              <a:lnSpc>
                <a:spcPct val="100000"/>
              </a:lnSpc>
              <a:spcBef>
                <a:spcPts val="200"/>
              </a:spcBef>
              <a:spcAft>
                <a:spcPts val="0"/>
              </a:spcAft>
              <a:buClr>
                <a:schemeClr val="dk1"/>
              </a:buClr>
              <a:buSzPts val="1200"/>
              <a:buChar char="•"/>
              <a:defRPr sz="1200"/>
            </a:lvl1pPr>
            <a:lvl2pPr indent="-292100" lvl="1" marL="914400" algn="l">
              <a:lnSpc>
                <a:spcPct val="100000"/>
              </a:lnSpc>
              <a:spcBef>
                <a:spcPts val="200"/>
              </a:spcBef>
              <a:spcAft>
                <a:spcPts val="0"/>
              </a:spcAft>
              <a:buClr>
                <a:schemeClr val="dk1"/>
              </a:buClr>
              <a:buSzPts val="1000"/>
              <a:buChar char="–"/>
              <a:defRPr sz="1000"/>
            </a:lvl2pPr>
            <a:lvl3pPr indent="-285750" lvl="2" marL="1371600" algn="l">
              <a:lnSpc>
                <a:spcPct val="100000"/>
              </a:lnSpc>
              <a:spcBef>
                <a:spcPts val="200"/>
              </a:spcBef>
              <a:spcAft>
                <a:spcPts val="0"/>
              </a:spcAft>
              <a:buClr>
                <a:schemeClr val="dk1"/>
              </a:buClr>
              <a:buSzPts val="900"/>
              <a:buChar char="•"/>
              <a:defRPr sz="9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200"/>
              </a:spcBef>
              <a:spcAft>
                <a:spcPts val="0"/>
              </a:spcAft>
              <a:buClr>
                <a:schemeClr val="dk1"/>
              </a:buClr>
              <a:buSzPts val="800"/>
              <a:buChar char="»"/>
              <a:defRPr sz="800"/>
            </a:lvl5pPr>
            <a:lvl6pPr indent="-279400" lvl="5" marL="2743200" algn="l">
              <a:lnSpc>
                <a:spcPct val="100000"/>
              </a:lnSpc>
              <a:spcBef>
                <a:spcPts val="200"/>
              </a:spcBef>
              <a:spcAft>
                <a:spcPts val="0"/>
              </a:spcAft>
              <a:buClr>
                <a:schemeClr val="dk1"/>
              </a:buClr>
              <a:buSzPts val="800"/>
              <a:buChar char="•"/>
              <a:defRPr sz="800"/>
            </a:lvl6pPr>
            <a:lvl7pPr indent="-279400" lvl="6" marL="3200400" algn="l">
              <a:lnSpc>
                <a:spcPct val="100000"/>
              </a:lnSpc>
              <a:spcBef>
                <a:spcPts val="200"/>
              </a:spcBef>
              <a:spcAft>
                <a:spcPts val="0"/>
              </a:spcAft>
              <a:buClr>
                <a:schemeClr val="dk1"/>
              </a:buClr>
              <a:buSzPts val="800"/>
              <a:buChar char="•"/>
              <a:defRPr sz="800"/>
            </a:lvl7pPr>
            <a:lvl8pPr indent="-279400" lvl="7" marL="3657600" algn="l">
              <a:lnSpc>
                <a:spcPct val="100000"/>
              </a:lnSpc>
              <a:spcBef>
                <a:spcPts val="200"/>
              </a:spcBef>
              <a:spcAft>
                <a:spcPts val="0"/>
              </a:spcAft>
              <a:buClr>
                <a:schemeClr val="dk1"/>
              </a:buClr>
              <a:buSzPts val="800"/>
              <a:buChar char="•"/>
              <a:defRPr sz="800"/>
            </a:lvl8pPr>
            <a:lvl9pPr indent="-279400" lvl="8" marL="4114800" algn="l">
              <a:lnSpc>
                <a:spcPct val="100000"/>
              </a:lnSpc>
              <a:spcBef>
                <a:spcPts val="200"/>
              </a:spcBef>
              <a:spcAft>
                <a:spcPts val="0"/>
              </a:spcAft>
              <a:buClr>
                <a:schemeClr val="dk1"/>
              </a:buClr>
              <a:buSzPts val="800"/>
              <a:buChar char="•"/>
              <a:defRPr sz="800"/>
            </a:lvl9pPr>
          </a:lstStyle>
          <a:p/>
        </p:txBody>
      </p:sp>
      <p:sp>
        <p:nvSpPr>
          <p:cNvPr id="89" name="Google Shape;89;g3383f78a6c7_0_245"/>
          <p:cNvSpPr txBox="1"/>
          <p:nvPr>
            <p:ph idx="3" type="body"/>
          </p:nvPr>
        </p:nvSpPr>
        <p:spPr>
          <a:xfrm>
            <a:off x="2322513" y="767556"/>
            <a:ext cx="2021100" cy="320100"/>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chemeClr val="dk1"/>
              </a:buClr>
              <a:buSzPts val="1200"/>
              <a:buNone/>
              <a:defRPr b="1" sz="1200"/>
            </a:lvl1pPr>
            <a:lvl2pPr indent="-228600" lvl="1" marL="914400" algn="l">
              <a:lnSpc>
                <a:spcPct val="100000"/>
              </a:lnSpc>
              <a:spcBef>
                <a:spcPts val="200"/>
              </a:spcBef>
              <a:spcAft>
                <a:spcPts val="0"/>
              </a:spcAft>
              <a:buClr>
                <a:schemeClr val="dk1"/>
              </a:buClr>
              <a:buSzPts val="1000"/>
              <a:buNone/>
              <a:defRPr b="1" sz="1000"/>
            </a:lvl2pPr>
            <a:lvl3pPr indent="-228600" lvl="2" marL="1371600" algn="l">
              <a:lnSpc>
                <a:spcPct val="100000"/>
              </a:lnSpc>
              <a:spcBef>
                <a:spcPts val="200"/>
              </a:spcBef>
              <a:spcAft>
                <a:spcPts val="0"/>
              </a:spcAft>
              <a:buClr>
                <a:schemeClr val="dk1"/>
              </a:buClr>
              <a:buSzPts val="900"/>
              <a:buNone/>
              <a:defRPr b="1" sz="900"/>
            </a:lvl3pPr>
            <a:lvl4pPr indent="-228600" lvl="3" marL="1828800" algn="l">
              <a:lnSpc>
                <a:spcPct val="100000"/>
              </a:lnSpc>
              <a:spcBef>
                <a:spcPts val="200"/>
              </a:spcBef>
              <a:spcAft>
                <a:spcPts val="0"/>
              </a:spcAft>
              <a:buClr>
                <a:schemeClr val="dk1"/>
              </a:buClr>
              <a:buSzPts val="800"/>
              <a:buNone/>
              <a:defRPr b="1" sz="800"/>
            </a:lvl4pPr>
            <a:lvl5pPr indent="-228600" lvl="4" marL="2286000" algn="l">
              <a:lnSpc>
                <a:spcPct val="100000"/>
              </a:lnSpc>
              <a:spcBef>
                <a:spcPts val="200"/>
              </a:spcBef>
              <a:spcAft>
                <a:spcPts val="0"/>
              </a:spcAft>
              <a:buClr>
                <a:schemeClr val="dk1"/>
              </a:buClr>
              <a:buSzPts val="800"/>
              <a:buNone/>
              <a:defRPr b="1" sz="800"/>
            </a:lvl5pPr>
            <a:lvl6pPr indent="-228600" lvl="5" marL="2743200" algn="l">
              <a:lnSpc>
                <a:spcPct val="100000"/>
              </a:lnSpc>
              <a:spcBef>
                <a:spcPts val="200"/>
              </a:spcBef>
              <a:spcAft>
                <a:spcPts val="0"/>
              </a:spcAft>
              <a:buClr>
                <a:schemeClr val="dk1"/>
              </a:buClr>
              <a:buSzPts val="800"/>
              <a:buNone/>
              <a:defRPr b="1" sz="800"/>
            </a:lvl6pPr>
            <a:lvl7pPr indent="-228600" lvl="6" marL="3200400" algn="l">
              <a:lnSpc>
                <a:spcPct val="100000"/>
              </a:lnSpc>
              <a:spcBef>
                <a:spcPts val="200"/>
              </a:spcBef>
              <a:spcAft>
                <a:spcPts val="0"/>
              </a:spcAft>
              <a:buClr>
                <a:schemeClr val="dk1"/>
              </a:buClr>
              <a:buSzPts val="800"/>
              <a:buNone/>
              <a:defRPr b="1" sz="800"/>
            </a:lvl7pPr>
            <a:lvl8pPr indent="-228600" lvl="7" marL="3657600" algn="l">
              <a:lnSpc>
                <a:spcPct val="100000"/>
              </a:lnSpc>
              <a:spcBef>
                <a:spcPts val="200"/>
              </a:spcBef>
              <a:spcAft>
                <a:spcPts val="0"/>
              </a:spcAft>
              <a:buClr>
                <a:schemeClr val="dk1"/>
              </a:buClr>
              <a:buSzPts val="800"/>
              <a:buNone/>
              <a:defRPr b="1" sz="800"/>
            </a:lvl8pPr>
            <a:lvl9pPr indent="-228600" lvl="8" marL="4114800" algn="l">
              <a:lnSpc>
                <a:spcPct val="100000"/>
              </a:lnSpc>
              <a:spcBef>
                <a:spcPts val="200"/>
              </a:spcBef>
              <a:spcAft>
                <a:spcPts val="0"/>
              </a:spcAft>
              <a:buClr>
                <a:schemeClr val="dk1"/>
              </a:buClr>
              <a:buSzPts val="800"/>
              <a:buNone/>
              <a:defRPr b="1" sz="800"/>
            </a:lvl9pPr>
          </a:lstStyle>
          <a:p/>
        </p:txBody>
      </p:sp>
      <p:sp>
        <p:nvSpPr>
          <p:cNvPr id="90" name="Google Shape;90;g3383f78a6c7_0_245"/>
          <p:cNvSpPr txBox="1"/>
          <p:nvPr>
            <p:ph idx="4" type="body"/>
          </p:nvPr>
        </p:nvSpPr>
        <p:spPr>
          <a:xfrm>
            <a:off x="2322513" y="1087438"/>
            <a:ext cx="2021100" cy="1975800"/>
          </a:xfrm>
          <a:prstGeom prst="rect">
            <a:avLst/>
          </a:prstGeom>
          <a:noFill/>
          <a:ln>
            <a:noFill/>
          </a:ln>
        </p:spPr>
        <p:txBody>
          <a:bodyPr anchorCtr="0" anchor="t" bIns="22850" lIns="45725" spcFirstLastPara="1" rIns="45725" wrap="square" tIns="22850">
            <a:normAutofit/>
          </a:bodyPr>
          <a:lstStyle>
            <a:lvl1pPr indent="-304800" lvl="0" marL="457200" algn="l">
              <a:lnSpc>
                <a:spcPct val="100000"/>
              </a:lnSpc>
              <a:spcBef>
                <a:spcPts val="200"/>
              </a:spcBef>
              <a:spcAft>
                <a:spcPts val="0"/>
              </a:spcAft>
              <a:buClr>
                <a:schemeClr val="dk1"/>
              </a:buClr>
              <a:buSzPts val="1200"/>
              <a:buChar char="•"/>
              <a:defRPr sz="1200"/>
            </a:lvl1pPr>
            <a:lvl2pPr indent="-292100" lvl="1" marL="914400" algn="l">
              <a:lnSpc>
                <a:spcPct val="100000"/>
              </a:lnSpc>
              <a:spcBef>
                <a:spcPts val="200"/>
              </a:spcBef>
              <a:spcAft>
                <a:spcPts val="0"/>
              </a:spcAft>
              <a:buClr>
                <a:schemeClr val="dk1"/>
              </a:buClr>
              <a:buSzPts val="1000"/>
              <a:buChar char="–"/>
              <a:defRPr sz="1000"/>
            </a:lvl2pPr>
            <a:lvl3pPr indent="-285750" lvl="2" marL="1371600" algn="l">
              <a:lnSpc>
                <a:spcPct val="100000"/>
              </a:lnSpc>
              <a:spcBef>
                <a:spcPts val="200"/>
              </a:spcBef>
              <a:spcAft>
                <a:spcPts val="0"/>
              </a:spcAft>
              <a:buClr>
                <a:schemeClr val="dk1"/>
              </a:buClr>
              <a:buSzPts val="900"/>
              <a:buChar char="•"/>
              <a:defRPr sz="9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200"/>
              </a:spcBef>
              <a:spcAft>
                <a:spcPts val="0"/>
              </a:spcAft>
              <a:buClr>
                <a:schemeClr val="dk1"/>
              </a:buClr>
              <a:buSzPts val="800"/>
              <a:buChar char="»"/>
              <a:defRPr sz="800"/>
            </a:lvl5pPr>
            <a:lvl6pPr indent="-279400" lvl="5" marL="2743200" algn="l">
              <a:lnSpc>
                <a:spcPct val="100000"/>
              </a:lnSpc>
              <a:spcBef>
                <a:spcPts val="200"/>
              </a:spcBef>
              <a:spcAft>
                <a:spcPts val="0"/>
              </a:spcAft>
              <a:buClr>
                <a:schemeClr val="dk1"/>
              </a:buClr>
              <a:buSzPts val="800"/>
              <a:buChar char="•"/>
              <a:defRPr sz="800"/>
            </a:lvl6pPr>
            <a:lvl7pPr indent="-279400" lvl="6" marL="3200400" algn="l">
              <a:lnSpc>
                <a:spcPct val="100000"/>
              </a:lnSpc>
              <a:spcBef>
                <a:spcPts val="200"/>
              </a:spcBef>
              <a:spcAft>
                <a:spcPts val="0"/>
              </a:spcAft>
              <a:buClr>
                <a:schemeClr val="dk1"/>
              </a:buClr>
              <a:buSzPts val="800"/>
              <a:buChar char="•"/>
              <a:defRPr sz="800"/>
            </a:lvl7pPr>
            <a:lvl8pPr indent="-279400" lvl="7" marL="3657600" algn="l">
              <a:lnSpc>
                <a:spcPct val="100000"/>
              </a:lnSpc>
              <a:spcBef>
                <a:spcPts val="200"/>
              </a:spcBef>
              <a:spcAft>
                <a:spcPts val="0"/>
              </a:spcAft>
              <a:buClr>
                <a:schemeClr val="dk1"/>
              </a:buClr>
              <a:buSzPts val="800"/>
              <a:buChar char="•"/>
              <a:defRPr sz="800"/>
            </a:lvl8pPr>
            <a:lvl9pPr indent="-279400" lvl="8" marL="4114800" algn="l">
              <a:lnSpc>
                <a:spcPct val="100000"/>
              </a:lnSpc>
              <a:spcBef>
                <a:spcPts val="200"/>
              </a:spcBef>
              <a:spcAft>
                <a:spcPts val="0"/>
              </a:spcAft>
              <a:buClr>
                <a:schemeClr val="dk1"/>
              </a:buClr>
              <a:buSzPts val="800"/>
              <a:buChar char="•"/>
              <a:defRPr sz="800"/>
            </a:lvl9pPr>
          </a:lstStyle>
          <a:p/>
        </p:txBody>
      </p:sp>
      <p:sp>
        <p:nvSpPr>
          <p:cNvPr id="91" name="Google Shape;91;g3383f78a6c7_0_245"/>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92" name="Google Shape;92;g3383f78a6c7_0_245"/>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93" name="Google Shape;93;g3383f78a6c7_0_245"/>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g3383f78a6c7_0_254"/>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96" name="Google Shape;96;g3383f78a6c7_0_254"/>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97" name="Google Shape;97;g3383f78a6c7_0_254"/>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98" name="Google Shape;98;g3383f78a6c7_0_254"/>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g3383f78a6c7_0_259"/>
          <p:cNvSpPr txBox="1"/>
          <p:nvPr>
            <p:ph type="title"/>
          </p:nvPr>
        </p:nvSpPr>
        <p:spPr>
          <a:xfrm>
            <a:off x="228600" y="136525"/>
            <a:ext cx="1504200" cy="581100"/>
          </a:xfrm>
          <a:prstGeom prst="rect">
            <a:avLst/>
          </a:prstGeom>
          <a:noFill/>
          <a:ln>
            <a:noFill/>
          </a:ln>
        </p:spPr>
        <p:txBody>
          <a:bodyPr anchorCtr="0" anchor="b" bIns="22850" lIns="45725" spcFirstLastPara="1" rIns="45725" wrap="square" tIns="22850">
            <a:normAutofit/>
          </a:bodyPr>
          <a:lstStyle>
            <a:lvl1pPr lvl="0" algn="l">
              <a:lnSpc>
                <a:spcPct val="100000"/>
              </a:lnSpc>
              <a:spcBef>
                <a:spcPts val="0"/>
              </a:spcBef>
              <a:spcAft>
                <a:spcPts val="0"/>
              </a:spcAft>
              <a:buClr>
                <a:schemeClr val="dk1"/>
              </a:buClr>
              <a:buSzPts val="1000"/>
              <a:buFont typeface="Calibri"/>
              <a:buNone/>
              <a:defRPr b="1" sz="1000"/>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01" name="Google Shape;101;g3383f78a6c7_0_259"/>
          <p:cNvSpPr txBox="1"/>
          <p:nvPr>
            <p:ph idx="1" type="body"/>
          </p:nvPr>
        </p:nvSpPr>
        <p:spPr>
          <a:xfrm>
            <a:off x="1787525" y="136525"/>
            <a:ext cx="2556000" cy="2926500"/>
          </a:xfrm>
          <a:prstGeom prst="rect">
            <a:avLst/>
          </a:prstGeom>
          <a:noFill/>
          <a:ln>
            <a:noFill/>
          </a:ln>
        </p:spPr>
        <p:txBody>
          <a:bodyPr anchorCtr="0" anchor="t" bIns="22850" lIns="45725" spcFirstLastPara="1" rIns="45725" wrap="square" tIns="22850">
            <a:normAutofit/>
          </a:bodyPr>
          <a:lstStyle>
            <a:lvl1pPr indent="-330200" lvl="0" marL="457200" algn="l">
              <a:lnSpc>
                <a:spcPct val="100000"/>
              </a:lnSpc>
              <a:spcBef>
                <a:spcPts val="300"/>
              </a:spcBef>
              <a:spcAft>
                <a:spcPts val="0"/>
              </a:spcAft>
              <a:buClr>
                <a:schemeClr val="dk1"/>
              </a:buClr>
              <a:buSzPts val="1600"/>
              <a:buChar char="•"/>
              <a:defRPr sz="1600"/>
            </a:lvl1pPr>
            <a:lvl2pPr indent="-317500" lvl="1" marL="914400" algn="l">
              <a:lnSpc>
                <a:spcPct val="100000"/>
              </a:lnSpc>
              <a:spcBef>
                <a:spcPts val="300"/>
              </a:spcBef>
              <a:spcAft>
                <a:spcPts val="0"/>
              </a:spcAft>
              <a:buClr>
                <a:schemeClr val="dk1"/>
              </a:buClr>
              <a:buSzPts val="1400"/>
              <a:buChar char="–"/>
              <a:defRPr sz="1400"/>
            </a:lvl2pPr>
            <a:lvl3pPr indent="-304800" lvl="2" marL="1371600" algn="l">
              <a:lnSpc>
                <a:spcPct val="100000"/>
              </a:lnSpc>
              <a:spcBef>
                <a:spcPts val="200"/>
              </a:spcBef>
              <a:spcAft>
                <a:spcPts val="0"/>
              </a:spcAft>
              <a:buClr>
                <a:schemeClr val="dk1"/>
              </a:buClr>
              <a:buSzPts val="1200"/>
              <a:buChar char="•"/>
              <a:defRPr sz="1200"/>
            </a:lvl3pPr>
            <a:lvl4pPr indent="-292100" lvl="3" marL="1828800" algn="l">
              <a:lnSpc>
                <a:spcPct val="100000"/>
              </a:lnSpc>
              <a:spcBef>
                <a:spcPts val="200"/>
              </a:spcBef>
              <a:spcAft>
                <a:spcPts val="0"/>
              </a:spcAft>
              <a:buClr>
                <a:schemeClr val="dk1"/>
              </a:buClr>
              <a:buSzPts val="1000"/>
              <a:buChar char="–"/>
              <a:defRPr sz="1000"/>
            </a:lvl4pPr>
            <a:lvl5pPr indent="-292100" lvl="4" marL="2286000" algn="l">
              <a:lnSpc>
                <a:spcPct val="100000"/>
              </a:lnSpc>
              <a:spcBef>
                <a:spcPts val="200"/>
              </a:spcBef>
              <a:spcAft>
                <a:spcPts val="0"/>
              </a:spcAft>
              <a:buClr>
                <a:schemeClr val="dk1"/>
              </a:buClr>
              <a:buSzPts val="1000"/>
              <a:buChar char="»"/>
              <a:defRPr sz="1000"/>
            </a:lvl5pPr>
            <a:lvl6pPr indent="-292100" lvl="5" marL="2743200" algn="l">
              <a:lnSpc>
                <a:spcPct val="100000"/>
              </a:lnSpc>
              <a:spcBef>
                <a:spcPts val="200"/>
              </a:spcBef>
              <a:spcAft>
                <a:spcPts val="0"/>
              </a:spcAft>
              <a:buClr>
                <a:schemeClr val="dk1"/>
              </a:buClr>
              <a:buSzPts val="1000"/>
              <a:buChar char="•"/>
              <a:defRPr sz="1000"/>
            </a:lvl6pPr>
            <a:lvl7pPr indent="-292100" lvl="6" marL="3200400" algn="l">
              <a:lnSpc>
                <a:spcPct val="100000"/>
              </a:lnSpc>
              <a:spcBef>
                <a:spcPts val="200"/>
              </a:spcBef>
              <a:spcAft>
                <a:spcPts val="0"/>
              </a:spcAft>
              <a:buClr>
                <a:schemeClr val="dk1"/>
              </a:buClr>
              <a:buSzPts val="1000"/>
              <a:buChar char="•"/>
              <a:defRPr sz="1000"/>
            </a:lvl7pPr>
            <a:lvl8pPr indent="-292100" lvl="7" marL="3657600" algn="l">
              <a:lnSpc>
                <a:spcPct val="100000"/>
              </a:lnSpc>
              <a:spcBef>
                <a:spcPts val="200"/>
              </a:spcBef>
              <a:spcAft>
                <a:spcPts val="0"/>
              </a:spcAft>
              <a:buClr>
                <a:schemeClr val="dk1"/>
              </a:buClr>
              <a:buSzPts val="1000"/>
              <a:buChar char="•"/>
              <a:defRPr sz="1000"/>
            </a:lvl8pPr>
            <a:lvl9pPr indent="-292100" lvl="8" marL="4114800" algn="l">
              <a:lnSpc>
                <a:spcPct val="100000"/>
              </a:lnSpc>
              <a:spcBef>
                <a:spcPts val="200"/>
              </a:spcBef>
              <a:spcAft>
                <a:spcPts val="0"/>
              </a:spcAft>
              <a:buClr>
                <a:schemeClr val="dk1"/>
              </a:buClr>
              <a:buSzPts val="1000"/>
              <a:buChar char="•"/>
              <a:defRPr sz="1000"/>
            </a:lvl9pPr>
          </a:lstStyle>
          <a:p/>
        </p:txBody>
      </p:sp>
      <p:sp>
        <p:nvSpPr>
          <p:cNvPr id="102" name="Google Shape;102;g3383f78a6c7_0_259"/>
          <p:cNvSpPr txBox="1"/>
          <p:nvPr>
            <p:ph idx="2" type="body"/>
          </p:nvPr>
        </p:nvSpPr>
        <p:spPr>
          <a:xfrm>
            <a:off x="228600" y="717550"/>
            <a:ext cx="1504200" cy="2345700"/>
          </a:xfrm>
          <a:prstGeom prst="rect">
            <a:avLst/>
          </a:prstGeom>
          <a:noFill/>
          <a:ln>
            <a:noFill/>
          </a:ln>
        </p:spPr>
        <p:txBody>
          <a:bodyPr anchorCtr="0" anchor="t" bIns="22850" lIns="45725" spcFirstLastPara="1" rIns="45725" wrap="square" tIns="22850">
            <a:normAutofit/>
          </a:bodyPr>
          <a:lstStyle>
            <a:lvl1pPr indent="-228600" lvl="0" marL="457200" algn="l">
              <a:lnSpc>
                <a:spcPct val="100000"/>
              </a:lnSpc>
              <a:spcBef>
                <a:spcPts val="100"/>
              </a:spcBef>
              <a:spcAft>
                <a:spcPts val="0"/>
              </a:spcAft>
              <a:buClr>
                <a:schemeClr val="dk1"/>
              </a:buClr>
              <a:buSzPts val="700"/>
              <a:buNone/>
              <a:defRPr sz="700"/>
            </a:lvl1pPr>
            <a:lvl2pPr indent="-228600" lvl="1" marL="914400" algn="l">
              <a:lnSpc>
                <a:spcPct val="100000"/>
              </a:lnSpc>
              <a:spcBef>
                <a:spcPts val="100"/>
              </a:spcBef>
              <a:spcAft>
                <a:spcPts val="0"/>
              </a:spcAft>
              <a:buClr>
                <a:schemeClr val="dk1"/>
              </a:buClr>
              <a:buSzPts val="600"/>
              <a:buNone/>
              <a:defRPr sz="600"/>
            </a:lvl2pPr>
            <a:lvl3pPr indent="-228600" lvl="2" marL="1371600" algn="l">
              <a:lnSpc>
                <a:spcPct val="100000"/>
              </a:lnSpc>
              <a:spcBef>
                <a:spcPts val="100"/>
              </a:spcBef>
              <a:spcAft>
                <a:spcPts val="0"/>
              </a:spcAft>
              <a:buClr>
                <a:schemeClr val="dk1"/>
              </a:buClr>
              <a:buSzPts val="500"/>
              <a:buNone/>
              <a:defRPr sz="500"/>
            </a:lvl3pPr>
            <a:lvl4pPr indent="-228600" lvl="3" marL="1828800" algn="l">
              <a:lnSpc>
                <a:spcPct val="100000"/>
              </a:lnSpc>
              <a:spcBef>
                <a:spcPts val="100"/>
              </a:spcBef>
              <a:spcAft>
                <a:spcPts val="0"/>
              </a:spcAft>
              <a:buClr>
                <a:schemeClr val="dk1"/>
              </a:buClr>
              <a:buSzPts val="500"/>
              <a:buNone/>
              <a:defRPr sz="500"/>
            </a:lvl4pPr>
            <a:lvl5pPr indent="-228600" lvl="4" marL="2286000" algn="l">
              <a:lnSpc>
                <a:spcPct val="100000"/>
              </a:lnSpc>
              <a:spcBef>
                <a:spcPts val="100"/>
              </a:spcBef>
              <a:spcAft>
                <a:spcPts val="0"/>
              </a:spcAft>
              <a:buClr>
                <a:schemeClr val="dk1"/>
              </a:buClr>
              <a:buSzPts val="500"/>
              <a:buNone/>
              <a:defRPr sz="500"/>
            </a:lvl5pPr>
            <a:lvl6pPr indent="-228600" lvl="5" marL="2743200" algn="l">
              <a:lnSpc>
                <a:spcPct val="100000"/>
              </a:lnSpc>
              <a:spcBef>
                <a:spcPts val="100"/>
              </a:spcBef>
              <a:spcAft>
                <a:spcPts val="0"/>
              </a:spcAft>
              <a:buClr>
                <a:schemeClr val="dk1"/>
              </a:buClr>
              <a:buSzPts val="500"/>
              <a:buNone/>
              <a:defRPr sz="500"/>
            </a:lvl6pPr>
            <a:lvl7pPr indent="-228600" lvl="6" marL="3200400" algn="l">
              <a:lnSpc>
                <a:spcPct val="100000"/>
              </a:lnSpc>
              <a:spcBef>
                <a:spcPts val="100"/>
              </a:spcBef>
              <a:spcAft>
                <a:spcPts val="0"/>
              </a:spcAft>
              <a:buClr>
                <a:schemeClr val="dk1"/>
              </a:buClr>
              <a:buSzPts val="500"/>
              <a:buNone/>
              <a:defRPr sz="500"/>
            </a:lvl7pPr>
            <a:lvl8pPr indent="-228600" lvl="7" marL="3657600" algn="l">
              <a:lnSpc>
                <a:spcPct val="100000"/>
              </a:lnSpc>
              <a:spcBef>
                <a:spcPts val="100"/>
              </a:spcBef>
              <a:spcAft>
                <a:spcPts val="0"/>
              </a:spcAft>
              <a:buClr>
                <a:schemeClr val="dk1"/>
              </a:buClr>
              <a:buSzPts val="500"/>
              <a:buNone/>
              <a:defRPr sz="500"/>
            </a:lvl8pPr>
            <a:lvl9pPr indent="-228600" lvl="8" marL="4114800" algn="l">
              <a:lnSpc>
                <a:spcPct val="100000"/>
              </a:lnSpc>
              <a:spcBef>
                <a:spcPts val="100"/>
              </a:spcBef>
              <a:spcAft>
                <a:spcPts val="0"/>
              </a:spcAft>
              <a:buClr>
                <a:schemeClr val="dk1"/>
              </a:buClr>
              <a:buSzPts val="500"/>
              <a:buNone/>
              <a:defRPr sz="500"/>
            </a:lvl9pPr>
          </a:lstStyle>
          <a:p/>
        </p:txBody>
      </p:sp>
      <p:sp>
        <p:nvSpPr>
          <p:cNvPr id="103" name="Google Shape;103;g3383f78a6c7_0_259"/>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04" name="Google Shape;104;g3383f78a6c7_0_259"/>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05" name="Google Shape;105;g3383f78a6c7_0_259"/>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g3383f78a6c7_0_266"/>
          <p:cNvSpPr txBox="1"/>
          <p:nvPr>
            <p:ph type="title"/>
          </p:nvPr>
        </p:nvSpPr>
        <p:spPr>
          <a:xfrm>
            <a:off x="896144" y="2400300"/>
            <a:ext cx="2743200" cy="283500"/>
          </a:xfrm>
          <a:prstGeom prst="rect">
            <a:avLst/>
          </a:prstGeom>
          <a:noFill/>
          <a:ln>
            <a:noFill/>
          </a:ln>
        </p:spPr>
        <p:txBody>
          <a:bodyPr anchorCtr="0" anchor="b" bIns="22850" lIns="45725" spcFirstLastPara="1" rIns="45725" wrap="square" tIns="22850">
            <a:normAutofit/>
          </a:bodyPr>
          <a:lstStyle>
            <a:lvl1pPr lvl="0" algn="l">
              <a:lnSpc>
                <a:spcPct val="100000"/>
              </a:lnSpc>
              <a:spcBef>
                <a:spcPts val="0"/>
              </a:spcBef>
              <a:spcAft>
                <a:spcPts val="0"/>
              </a:spcAft>
              <a:buClr>
                <a:schemeClr val="dk1"/>
              </a:buClr>
              <a:buSzPts val="1000"/>
              <a:buFont typeface="Calibri"/>
              <a:buNone/>
              <a:defRPr b="1" sz="1000"/>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08" name="Google Shape;108;g3383f78a6c7_0_266"/>
          <p:cNvSpPr/>
          <p:nvPr>
            <p:ph idx="2" type="pic"/>
          </p:nvPr>
        </p:nvSpPr>
        <p:spPr>
          <a:xfrm>
            <a:off x="896144" y="306388"/>
            <a:ext cx="2743200" cy="2057400"/>
          </a:xfrm>
          <a:prstGeom prst="rect">
            <a:avLst/>
          </a:prstGeom>
          <a:noFill/>
          <a:ln>
            <a:noFill/>
          </a:ln>
        </p:spPr>
      </p:sp>
      <p:sp>
        <p:nvSpPr>
          <p:cNvPr id="109" name="Google Shape;109;g3383f78a6c7_0_266"/>
          <p:cNvSpPr txBox="1"/>
          <p:nvPr>
            <p:ph idx="1" type="body"/>
          </p:nvPr>
        </p:nvSpPr>
        <p:spPr>
          <a:xfrm>
            <a:off x="896144" y="2683669"/>
            <a:ext cx="2743200" cy="402600"/>
          </a:xfrm>
          <a:prstGeom prst="rect">
            <a:avLst/>
          </a:prstGeom>
          <a:noFill/>
          <a:ln>
            <a:noFill/>
          </a:ln>
        </p:spPr>
        <p:txBody>
          <a:bodyPr anchorCtr="0" anchor="t" bIns="22850" lIns="45725" spcFirstLastPara="1" rIns="45725" wrap="square" tIns="22850">
            <a:normAutofit/>
          </a:bodyPr>
          <a:lstStyle>
            <a:lvl1pPr indent="-228600" lvl="0" marL="457200" algn="l">
              <a:lnSpc>
                <a:spcPct val="100000"/>
              </a:lnSpc>
              <a:spcBef>
                <a:spcPts val="100"/>
              </a:spcBef>
              <a:spcAft>
                <a:spcPts val="0"/>
              </a:spcAft>
              <a:buClr>
                <a:schemeClr val="dk1"/>
              </a:buClr>
              <a:buSzPts val="700"/>
              <a:buNone/>
              <a:defRPr sz="700"/>
            </a:lvl1pPr>
            <a:lvl2pPr indent="-228600" lvl="1" marL="914400" algn="l">
              <a:lnSpc>
                <a:spcPct val="100000"/>
              </a:lnSpc>
              <a:spcBef>
                <a:spcPts val="100"/>
              </a:spcBef>
              <a:spcAft>
                <a:spcPts val="0"/>
              </a:spcAft>
              <a:buClr>
                <a:schemeClr val="dk1"/>
              </a:buClr>
              <a:buSzPts val="600"/>
              <a:buNone/>
              <a:defRPr sz="600"/>
            </a:lvl2pPr>
            <a:lvl3pPr indent="-228600" lvl="2" marL="1371600" algn="l">
              <a:lnSpc>
                <a:spcPct val="100000"/>
              </a:lnSpc>
              <a:spcBef>
                <a:spcPts val="100"/>
              </a:spcBef>
              <a:spcAft>
                <a:spcPts val="0"/>
              </a:spcAft>
              <a:buClr>
                <a:schemeClr val="dk1"/>
              </a:buClr>
              <a:buSzPts val="500"/>
              <a:buNone/>
              <a:defRPr sz="500"/>
            </a:lvl3pPr>
            <a:lvl4pPr indent="-228600" lvl="3" marL="1828800" algn="l">
              <a:lnSpc>
                <a:spcPct val="100000"/>
              </a:lnSpc>
              <a:spcBef>
                <a:spcPts val="100"/>
              </a:spcBef>
              <a:spcAft>
                <a:spcPts val="0"/>
              </a:spcAft>
              <a:buClr>
                <a:schemeClr val="dk1"/>
              </a:buClr>
              <a:buSzPts val="500"/>
              <a:buNone/>
              <a:defRPr sz="500"/>
            </a:lvl4pPr>
            <a:lvl5pPr indent="-228600" lvl="4" marL="2286000" algn="l">
              <a:lnSpc>
                <a:spcPct val="100000"/>
              </a:lnSpc>
              <a:spcBef>
                <a:spcPts val="100"/>
              </a:spcBef>
              <a:spcAft>
                <a:spcPts val="0"/>
              </a:spcAft>
              <a:buClr>
                <a:schemeClr val="dk1"/>
              </a:buClr>
              <a:buSzPts val="500"/>
              <a:buNone/>
              <a:defRPr sz="500"/>
            </a:lvl5pPr>
            <a:lvl6pPr indent="-228600" lvl="5" marL="2743200" algn="l">
              <a:lnSpc>
                <a:spcPct val="100000"/>
              </a:lnSpc>
              <a:spcBef>
                <a:spcPts val="100"/>
              </a:spcBef>
              <a:spcAft>
                <a:spcPts val="0"/>
              </a:spcAft>
              <a:buClr>
                <a:schemeClr val="dk1"/>
              </a:buClr>
              <a:buSzPts val="500"/>
              <a:buNone/>
              <a:defRPr sz="500"/>
            </a:lvl6pPr>
            <a:lvl7pPr indent="-228600" lvl="6" marL="3200400" algn="l">
              <a:lnSpc>
                <a:spcPct val="100000"/>
              </a:lnSpc>
              <a:spcBef>
                <a:spcPts val="100"/>
              </a:spcBef>
              <a:spcAft>
                <a:spcPts val="0"/>
              </a:spcAft>
              <a:buClr>
                <a:schemeClr val="dk1"/>
              </a:buClr>
              <a:buSzPts val="500"/>
              <a:buNone/>
              <a:defRPr sz="500"/>
            </a:lvl7pPr>
            <a:lvl8pPr indent="-228600" lvl="7" marL="3657600" algn="l">
              <a:lnSpc>
                <a:spcPct val="100000"/>
              </a:lnSpc>
              <a:spcBef>
                <a:spcPts val="100"/>
              </a:spcBef>
              <a:spcAft>
                <a:spcPts val="0"/>
              </a:spcAft>
              <a:buClr>
                <a:schemeClr val="dk1"/>
              </a:buClr>
              <a:buSzPts val="500"/>
              <a:buNone/>
              <a:defRPr sz="500"/>
            </a:lvl8pPr>
            <a:lvl9pPr indent="-228600" lvl="8" marL="4114800" algn="l">
              <a:lnSpc>
                <a:spcPct val="100000"/>
              </a:lnSpc>
              <a:spcBef>
                <a:spcPts val="100"/>
              </a:spcBef>
              <a:spcAft>
                <a:spcPts val="0"/>
              </a:spcAft>
              <a:buClr>
                <a:schemeClr val="dk1"/>
              </a:buClr>
              <a:buSzPts val="500"/>
              <a:buNone/>
              <a:defRPr sz="500"/>
            </a:lvl9pPr>
          </a:lstStyle>
          <a:p/>
        </p:txBody>
      </p:sp>
      <p:sp>
        <p:nvSpPr>
          <p:cNvPr id="110" name="Google Shape;110;g3383f78a6c7_0_266"/>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11" name="Google Shape;111;g3383f78a6c7_0_266"/>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12" name="Google Shape;112;g3383f78a6c7_0_266"/>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g3383f78a6c7_0_27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15" name="Google Shape;115;g3383f78a6c7_0_273"/>
          <p:cNvSpPr txBox="1"/>
          <p:nvPr>
            <p:ph idx="1" type="body"/>
          </p:nvPr>
        </p:nvSpPr>
        <p:spPr>
          <a:xfrm rot="5400000">
            <a:off x="1154400" y="-125700"/>
            <a:ext cx="2263200" cy="4114800"/>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116" name="Google Shape;116;g3383f78a6c7_0_273"/>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17" name="Google Shape;117;g3383f78a6c7_0_273"/>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18" name="Google Shape;118;g3383f78a6c7_0_273"/>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g3383f78a6c7_0_279"/>
          <p:cNvSpPr txBox="1"/>
          <p:nvPr>
            <p:ph type="title"/>
          </p:nvPr>
        </p:nvSpPr>
        <p:spPr>
          <a:xfrm rot="5400000">
            <a:off x="2366100" y="1085919"/>
            <a:ext cx="2925900" cy="10287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21" name="Google Shape;121;g3383f78a6c7_0_279"/>
          <p:cNvSpPr txBox="1"/>
          <p:nvPr>
            <p:ph idx="1" type="body"/>
          </p:nvPr>
        </p:nvSpPr>
        <p:spPr>
          <a:xfrm rot="5400000">
            <a:off x="270600" y="95319"/>
            <a:ext cx="2925900" cy="3009900"/>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122" name="Google Shape;122;g3383f78a6c7_0_279"/>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23" name="Google Shape;123;g3383f78a6c7_0_279"/>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24" name="Google Shape;124;g3383f78a6c7_0_279"/>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g3383f78a6c7_0_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g3383f78a6c7_0_4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g3383f78a6c7_0_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g3383f78a6c7_0_21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algn="ctr">
              <a:lnSpc>
                <a:spcPct val="100000"/>
              </a:lnSpc>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9pPr>
          </a:lstStyle>
          <a:p/>
        </p:txBody>
      </p:sp>
      <p:sp>
        <p:nvSpPr>
          <p:cNvPr id="52" name="Google Shape;52;g3383f78a6c7_0_210"/>
          <p:cNvSpPr txBox="1"/>
          <p:nvPr>
            <p:ph idx="1" type="body"/>
          </p:nvPr>
        </p:nvSpPr>
        <p:spPr>
          <a:xfrm>
            <a:off x="228600" y="800100"/>
            <a:ext cx="4114800" cy="2263200"/>
          </a:xfrm>
          <a:prstGeom prst="rect">
            <a:avLst/>
          </a:prstGeom>
          <a:noFill/>
          <a:ln>
            <a:noFill/>
          </a:ln>
        </p:spPr>
        <p:txBody>
          <a:bodyPr anchorCtr="0" anchor="t" bIns="22850" lIns="45725" spcFirstLastPara="1" rIns="45725" wrap="square" tIns="22850">
            <a:normAutofit/>
          </a:bodyPr>
          <a:lstStyle>
            <a:lvl1pPr indent="-330200" lvl="0" marL="457200" marR="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algn="l">
              <a:lnSpc>
                <a:spcPct val="100000"/>
              </a:lnSpc>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algn="l">
              <a:lnSpc>
                <a:spcPct val="100000"/>
              </a:lnSpc>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g3383f78a6c7_0_210"/>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marR="0" algn="l">
              <a:lnSpc>
                <a:spcPct val="100000"/>
              </a:lnSpc>
              <a:spcBef>
                <a:spcPts val="0"/>
              </a:spcBef>
              <a:spcAft>
                <a:spcPts val="0"/>
              </a:spcAft>
              <a:buClr>
                <a:srgbClr val="000000"/>
              </a:buClr>
              <a:buSzPts val="700"/>
              <a:buFont typeface="Arial"/>
              <a:buNone/>
              <a:defRPr b="0" i="0" sz="6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9pPr>
          </a:lstStyle>
          <a:p/>
        </p:txBody>
      </p:sp>
      <p:sp>
        <p:nvSpPr>
          <p:cNvPr id="54" name="Google Shape;54;g3383f78a6c7_0_210"/>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marR="0" algn="ctr">
              <a:lnSpc>
                <a:spcPct val="100000"/>
              </a:lnSpc>
              <a:spcBef>
                <a:spcPts val="0"/>
              </a:spcBef>
              <a:spcAft>
                <a:spcPts val="0"/>
              </a:spcAft>
              <a:buClr>
                <a:srgbClr val="000000"/>
              </a:buClr>
              <a:buSzPts val="700"/>
              <a:buFont typeface="Arial"/>
              <a:buNone/>
              <a:defRPr b="0" i="0" sz="6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9pPr>
          </a:lstStyle>
          <a:p/>
        </p:txBody>
      </p:sp>
      <p:sp>
        <p:nvSpPr>
          <p:cNvPr id="55" name="Google Shape;55;g3383f78a6c7_0_210"/>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hyperlink" Target="mailto:amar@thesmartbridge.com" TargetMode="External"/><Relationship Id="rId7"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1.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10.jp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2.jp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3.jp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8.jp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9.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grpSp>
        <p:nvGrpSpPr>
          <p:cNvPr id="129" name="Google Shape;129;g3383f78a6c7_0_193"/>
          <p:cNvGrpSpPr/>
          <p:nvPr/>
        </p:nvGrpSpPr>
        <p:grpSpPr>
          <a:xfrm>
            <a:off x="385775" y="1358335"/>
            <a:ext cx="4414639" cy="854720"/>
            <a:chOff x="0" y="0"/>
            <a:chExt cx="2325330" cy="223573"/>
          </a:xfrm>
        </p:grpSpPr>
        <p:sp>
          <p:nvSpPr>
            <p:cNvPr id="130" name="Google Shape;130;g3383f78a6c7_0_193"/>
            <p:cNvSpPr/>
            <p:nvPr/>
          </p:nvSpPr>
          <p:spPr>
            <a:xfrm>
              <a:off x="0" y="0"/>
              <a:ext cx="2325330" cy="219924"/>
            </a:xfrm>
            <a:custGeom>
              <a:rect b="b" l="l" r="r" t="t"/>
              <a:pathLst>
                <a:path extrusionOk="0" h="219924" w="2325330">
                  <a:moveTo>
                    <a:pt x="0" y="0"/>
                  </a:moveTo>
                  <a:lnTo>
                    <a:pt x="2325330" y="0"/>
                  </a:lnTo>
                  <a:lnTo>
                    <a:pt x="2325330" y="219924"/>
                  </a:lnTo>
                  <a:lnTo>
                    <a:pt x="0" y="219924"/>
                  </a:lnTo>
                  <a:close/>
                </a:path>
              </a:pathLst>
            </a:custGeom>
            <a:solidFill>
              <a:srgbClr val="21295C"/>
            </a:solidFill>
            <a:ln>
              <a:noFill/>
            </a:ln>
          </p:spPr>
          <p:txBody>
            <a:bodyPr anchorCtr="0" anchor="t"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31" name="Google Shape;131;g3383f78a6c7_0_193"/>
            <p:cNvSpPr txBox="1"/>
            <p:nvPr/>
          </p:nvSpPr>
          <p:spPr>
            <a:xfrm>
              <a:off x="13" y="3673"/>
              <a:ext cx="2193000" cy="219900"/>
            </a:xfrm>
            <a:prstGeom prst="rect">
              <a:avLst/>
            </a:prstGeom>
            <a:noFill/>
            <a:ln>
              <a:noFill/>
            </a:ln>
          </p:spPr>
          <p:txBody>
            <a:bodyPr anchorCtr="0" anchor="ctr" bIns="25400" lIns="25400" spcFirstLastPara="1" rIns="25400" wrap="square" tIns="25400">
              <a:noAutofit/>
            </a:bodyPr>
            <a:lstStyle/>
            <a:p>
              <a:pPr indent="0" lvl="1" marL="0" marR="0" rtl="0" algn="ctr">
                <a:lnSpc>
                  <a:spcPct val="140009"/>
                </a:lnSpc>
                <a:spcBef>
                  <a:spcPts val="0"/>
                </a:spcBef>
                <a:spcAft>
                  <a:spcPts val="0"/>
                </a:spcAft>
                <a:buClr>
                  <a:srgbClr val="000000"/>
                </a:buClr>
                <a:buSzPts val="2000"/>
                <a:buFont typeface="Arial"/>
                <a:buNone/>
              </a:pPr>
              <a:r>
                <a:rPr b="1" i="0" lang="en-US" sz="1600" u="none" cap="none" strike="noStrike">
                  <a:solidFill>
                    <a:srgbClr val="FFFFFF"/>
                  </a:solidFill>
                  <a:latin typeface="Arial"/>
                  <a:ea typeface="Arial"/>
                  <a:cs typeface="Arial"/>
                  <a:sym typeface="Arial"/>
                </a:rPr>
                <a:t> Knowledge Session - Project Phase 5 &amp; </a:t>
              </a:r>
              <a:r>
                <a:rPr b="1" lang="en-US" sz="1600">
                  <a:solidFill>
                    <a:srgbClr val="FFFFFF"/>
                  </a:solidFill>
                </a:rPr>
                <a:t>6</a:t>
              </a:r>
              <a:endParaRPr b="0" i="0" sz="300" u="none" cap="none" strike="noStrike">
                <a:solidFill>
                  <a:srgbClr val="000000"/>
                </a:solidFill>
                <a:latin typeface="Arial"/>
                <a:ea typeface="Arial"/>
                <a:cs typeface="Arial"/>
                <a:sym typeface="Arial"/>
              </a:endParaRPr>
            </a:p>
          </p:txBody>
        </p:sp>
      </p:grpSp>
      <p:sp>
        <p:nvSpPr>
          <p:cNvPr id="132" name="Google Shape;132;g3383f78a6c7_0_193"/>
          <p:cNvSpPr/>
          <p:nvPr/>
        </p:nvSpPr>
        <p:spPr>
          <a:xfrm>
            <a:off x="487225" y="251014"/>
            <a:ext cx="1888633" cy="574188"/>
          </a:xfrm>
          <a:custGeom>
            <a:rect b="b" l="l" r="r" t="t"/>
            <a:pathLst>
              <a:path extrusionOk="0" h="773317" w="2688445">
                <a:moveTo>
                  <a:pt x="0" y="0"/>
                </a:moveTo>
                <a:lnTo>
                  <a:pt x="2688445" y="0"/>
                </a:lnTo>
                <a:lnTo>
                  <a:pt x="2688445" y="773318"/>
                </a:lnTo>
                <a:lnTo>
                  <a:pt x="0" y="773318"/>
                </a:lnTo>
                <a:lnTo>
                  <a:pt x="0" y="0"/>
                </a:lnTo>
                <a:close/>
              </a:path>
            </a:pathLst>
          </a:custGeom>
          <a:blipFill rotWithShape="1">
            <a:blip r:embed="rId3">
              <a:alphaModFix/>
            </a:blip>
            <a:stretch>
              <a:fillRect b="-34289" l="-3969" r="-7669" t="-28388"/>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nvGrpSpPr>
          <p:cNvPr id="133" name="Google Shape;133;g3383f78a6c7_0_193"/>
          <p:cNvGrpSpPr/>
          <p:nvPr/>
        </p:nvGrpSpPr>
        <p:grpSpPr>
          <a:xfrm>
            <a:off x="5187661" y="0"/>
            <a:ext cx="3956396" cy="5211760"/>
            <a:chOff x="0" y="0"/>
            <a:chExt cx="4646930" cy="6121400"/>
          </a:xfrm>
        </p:grpSpPr>
        <p:sp>
          <p:nvSpPr>
            <p:cNvPr id="134" name="Google Shape;134;g3383f78a6c7_0_193"/>
            <p:cNvSpPr/>
            <p:nvPr/>
          </p:nvSpPr>
          <p:spPr>
            <a:xfrm>
              <a:off x="54610" y="0"/>
              <a:ext cx="4559300" cy="6121400"/>
            </a:xfrm>
            <a:custGeom>
              <a:rect b="b" l="l" r="r" t="t"/>
              <a:pathLst>
                <a:path extrusionOk="0" h="6121400" w="4559300">
                  <a:moveTo>
                    <a:pt x="4559300" y="6121400"/>
                  </a:moveTo>
                  <a:lnTo>
                    <a:pt x="0" y="6121400"/>
                  </a:lnTo>
                  <a:lnTo>
                    <a:pt x="0" y="0"/>
                  </a:lnTo>
                  <a:lnTo>
                    <a:pt x="4559300" y="0"/>
                  </a:lnTo>
                  <a:lnTo>
                    <a:pt x="4559300" y="6121400"/>
                  </a:lnTo>
                  <a:close/>
                </a:path>
              </a:pathLst>
            </a:custGeom>
            <a:blipFill rotWithShape="1">
              <a:blip r:embed="rId4">
                <a:alphaModFix/>
              </a:blip>
              <a:stretch>
                <a:fillRect b="0" l="-26699" r="-52287"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35" name="Google Shape;135;g3383f78a6c7_0_193"/>
            <p:cNvSpPr/>
            <p:nvPr/>
          </p:nvSpPr>
          <p:spPr>
            <a:xfrm>
              <a:off x="0" y="16510"/>
              <a:ext cx="4646930" cy="6104890"/>
            </a:xfrm>
            <a:custGeom>
              <a:rect b="b" l="l" r="r" t="t"/>
              <a:pathLst>
                <a:path extrusionOk="0" h="6104890" w="4646930">
                  <a:moveTo>
                    <a:pt x="4646930" y="6104890"/>
                  </a:moveTo>
                  <a:lnTo>
                    <a:pt x="0" y="6104890"/>
                  </a:lnTo>
                  <a:lnTo>
                    <a:pt x="0" y="0"/>
                  </a:lnTo>
                  <a:lnTo>
                    <a:pt x="4646930" y="0"/>
                  </a:lnTo>
                  <a:lnTo>
                    <a:pt x="4646930" y="6104890"/>
                  </a:lnTo>
                  <a:close/>
                </a:path>
              </a:pathLst>
            </a:custGeom>
            <a:blipFill rotWithShape="1">
              <a:blip r:embed="rId5">
                <a:alphaModFix/>
              </a:blip>
              <a:stretch>
                <a:fillRect b="-129" l="0" r="0" t="-129"/>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36" name="Google Shape;136;g3383f78a6c7_0_193"/>
          <p:cNvSpPr txBox="1"/>
          <p:nvPr/>
        </p:nvSpPr>
        <p:spPr>
          <a:xfrm>
            <a:off x="385763" y="4359910"/>
            <a:ext cx="4249500" cy="215400"/>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Clr>
                <a:srgbClr val="000000"/>
              </a:buClr>
              <a:buSzPts val="1400"/>
              <a:buFont typeface="Arial"/>
              <a:buNone/>
            </a:pPr>
            <a:r>
              <a:rPr b="1" i="0" lang="en-US" sz="1400" u="sng" cap="none" strike="noStrike">
                <a:solidFill>
                  <a:schemeClr val="hlink"/>
                </a:solidFill>
                <a:latin typeface="Arial"/>
                <a:ea typeface="Arial"/>
                <a:cs typeface="Arial"/>
                <a:sym typeface="Arial"/>
                <a:hlinkClick r:id="rId6"/>
              </a:rPr>
              <a:t>SmartBridge | info@thesmartbridge.com</a:t>
            </a:r>
            <a:endParaRPr b="0" i="0" sz="700" u="none" cap="none" strike="noStrike">
              <a:solidFill>
                <a:srgbClr val="000000"/>
              </a:solidFill>
              <a:latin typeface="Arial"/>
              <a:ea typeface="Arial"/>
              <a:cs typeface="Arial"/>
              <a:sym typeface="Arial"/>
            </a:endParaRPr>
          </a:p>
        </p:txBody>
      </p:sp>
      <p:sp>
        <p:nvSpPr>
          <p:cNvPr id="137" name="Google Shape;137;g3383f78a6c7_0_193"/>
          <p:cNvSpPr txBox="1"/>
          <p:nvPr/>
        </p:nvSpPr>
        <p:spPr>
          <a:xfrm>
            <a:off x="509592" y="2427694"/>
            <a:ext cx="4664700" cy="4773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Clr>
                <a:srgbClr val="000000"/>
              </a:buClr>
              <a:buSzPts val="3100"/>
              <a:buFont typeface="Arial"/>
              <a:buNone/>
            </a:pPr>
            <a:r>
              <a:rPr b="1" i="0" lang="en-US" sz="3100" u="none" cap="none" strike="noStrike">
                <a:solidFill>
                  <a:srgbClr val="000001"/>
                </a:solidFill>
                <a:latin typeface="Arial"/>
                <a:ea typeface="Arial"/>
                <a:cs typeface="Arial"/>
                <a:sym typeface="Arial"/>
              </a:rPr>
              <a:t>Experiential Learning</a:t>
            </a:r>
            <a:endParaRPr b="0" i="0" sz="700" u="none" cap="none" strike="noStrike">
              <a:solidFill>
                <a:srgbClr val="000000"/>
              </a:solidFill>
              <a:latin typeface="Arial"/>
              <a:ea typeface="Arial"/>
              <a:cs typeface="Arial"/>
              <a:sym typeface="Arial"/>
            </a:endParaRPr>
          </a:p>
        </p:txBody>
      </p:sp>
      <p:sp>
        <p:nvSpPr>
          <p:cNvPr id="138" name="Google Shape;138;g3383f78a6c7_0_193"/>
          <p:cNvSpPr/>
          <p:nvPr/>
        </p:nvSpPr>
        <p:spPr>
          <a:xfrm>
            <a:off x="2830982" y="257661"/>
            <a:ext cx="2080403" cy="553469"/>
          </a:xfrm>
          <a:custGeom>
            <a:rect b="b" l="l" r="r" t="t"/>
            <a:pathLst>
              <a:path extrusionOk="0" h="1106938" w="4160807">
                <a:moveTo>
                  <a:pt x="0" y="0"/>
                </a:moveTo>
                <a:lnTo>
                  <a:pt x="4160806" y="0"/>
                </a:lnTo>
                <a:lnTo>
                  <a:pt x="4160806" y="1106938"/>
                </a:lnTo>
                <a:lnTo>
                  <a:pt x="0" y="1106938"/>
                </a:lnTo>
                <a:lnTo>
                  <a:pt x="0" y="0"/>
                </a:lnTo>
                <a:close/>
              </a:path>
            </a:pathLst>
          </a:custGeom>
          <a:blipFill rotWithShape="1">
            <a:blip r:embed="rId7">
              <a:alphaModFix/>
            </a:blip>
            <a:stretch>
              <a:fillRect b="0" l="-109956" r="0" t="-4579"/>
            </a:stretch>
          </a:blipFill>
          <a:ln>
            <a:noFill/>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
          <p:cNvSpPr txBox="1"/>
          <p:nvPr>
            <p:ph type="title"/>
          </p:nvPr>
        </p:nvSpPr>
        <p:spPr>
          <a:xfrm>
            <a:off x="311700" y="116001"/>
            <a:ext cx="8520600" cy="607800"/>
          </a:xfrm>
          <a:prstGeom prst="rect">
            <a:avLst/>
          </a:prstGeom>
          <a:noFill/>
          <a:ln>
            <a:noFill/>
          </a:ln>
        </p:spPr>
        <p:txBody>
          <a:bodyPr anchorCtr="0" anchor="t" bIns="91425" lIns="91425" spcFirstLastPara="1" rIns="91425" wrap="square" tIns="91425">
            <a:noAutofit/>
          </a:bodyPr>
          <a:lstStyle/>
          <a:p>
            <a:pPr indent="0" lvl="0" marL="0" marR="0" rtl="0" algn="l">
              <a:lnSpc>
                <a:spcPct val="120000"/>
              </a:lnSpc>
              <a:spcBef>
                <a:spcPts val="1400"/>
              </a:spcBef>
              <a:spcAft>
                <a:spcPts val="0"/>
              </a:spcAft>
              <a:buSzPts val="3000"/>
              <a:buNone/>
            </a:pPr>
            <a:r>
              <a:rPr b="1" lang="en-US" sz="2400">
                <a:highlight>
                  <a:srgbClr val="FFFFFF"/>
                </a:highlight>
                <a:latin typeface="IBM Plex Sans"/>
                <a:ea typeface="IBM Plex Sans"/>
                <a:cs typeface="IBM Plex Sans"/>
                <a:sym typeface="IBM Plex Sans"/>
              </a:rPr>
              <a:t>Agenda</a:t>
            </a:r>
            <a:endParaRPr b="1" sz="2400">
              <a:latin typeface="IBM Plex Sans"/>
              <a:ea typeface="IBM Plex Sans"/>
              <a:cs typeface="IBM Plex Sans"/>
              <a:sym typeface="IBM Plex Sans"/>
            </a:endParaRPr>
          </a:p>
        </p:txBody>
      </p:sp>
      <p:sp>
        <p:nvSpPr>
          <p:cNvPr id="144" name="Google Shape;144;p2"/>
          <p:cNvSpPr txBox="1"/>
          <p:nvPr/>
        </p:nvSpPr>
        <p:spPr>
          <a:xfrm>
            <a:off x="148879" y="1017502"/>
            <a:ext cx="5928300" cy="20934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33333"/>
              </a:lnSpc>
              <a:spcBef>
                <a:spcPts val="0"/>
              </a:spcBef>
              <a:spcAft>
                <a:spcPts val="0"/>
              </a:spcAft>
              <a:buClr>
                <a:srgbClr val="000000"/>
              </a:buClr>
              <a:buSzPts val="1800"/>
              <a:buFont typeface="IBM Plex Sans"/>
              <a:buChar char="●"/>
            </a:pPr>
            <a:r>
              <a:rPr b="0" i="0" lang="en-US" sz="1800" u="none" cap="none" strike="noStrike">
                <a:solidFill>
                  <a:srgbClr val="000000"/>
                </a:solidFill>
                <a:latin typeface="IBM Plex Sans"/>
                <a:ea typeface="IBM Plex Sans"/>
                <a:cs typeface="IBM Plex Sans"/>
                <a:sym typeface="IBM Plex Sans"/>
              </a:rPr>
              <a:t>Coding &amp; Solutioning</a:t>
            </a:r>
            <a:endParaRPr b="0" i="0" sz="1400" u="none" cap="none" strike="noStrike">
              <a:solidFill>
                <a:srgbClr val="000000"/>
              </a:solidFill>
              <a:latin typeface="Arial"/>
              <a:ea typeface="Arial"/>
              <a:cs typeface="Arial"/>
              <a:sym typeface="Arial"/>
            </a:endParaRPr>
          </a:p>
          <a:p>
            <a:pPr indent="-342900" lvl="0" marL="457200" marR="0" rtl="0" algn="l">
              <a:lnSpc>
                <a:spcPct val="133333"/>
              </a:lnSpc>
              <a:spcBef>
                <a:spcPts val="0"/>
              </a:spcBef>
              <a:spcAft>
                <a:spcPts val="0"/>
              </a:spcAft>
              <a:buClr>
                <a:srgbClr val="000000"/>
              </a:buClr>
              <a:buSzPts val="1800"/>
              <a:buFont typeface="IBM Plex Sans"/>
              <a:buChar char="●"/>
            </a:pPr>
            <a:r>
              <a:rPr b="0" i="0" lang="en-US" sz="1800" u="none" cap="none" strike="noStrike">
                <a:solidFill>
                  <a:srgbClr val="000000"/>
                </a:solidFill>
                <a:latin typeface="IBM Plex Sans"/>
                <a:ea typeface="IBM Plex Sans"/>
                <a:cs typeface="IBM Plex Sans"/>
                <a:sym typeface="IBM Plex Sans"/>
              </a:rPr>
              <a:t>Performance Testing</a:t>
            </a:r>
            <a:endParaRPr b="0" i="0" sz="1800" u="none" cap="none" strike="noStrike">
              <a:solidFill>
                <a:srgbClr val="000000"/>
              </a:solidFill>
              <a:latin typeface="IBM Plex Sans"/>
              <a:ea typeface="IBM Plex Sans"/>
              <a:cs typeface="IBM Plex Sans"/>
              <a:sym typeface="IBM Plex Sans"/>
            </a:endParaRPr>
          </a:p>
          <a:p>
            <a:pPr indent="-342900" lvl="0" marL="457200" marR="0" rtl="0" algn="l">
              <a:lnSpc>
                <a:spcPct val="133333"/>
              </a:lnSpc>
              <a:spcBef>
                <a:spcPts val="0"/>
              </a:spcBef>
              <a:spcAft>
                <a:spcPts val="0"/>
              </a:spcAft>
              <a:buSzPts val="1800"/>
              <a:buFont typeface="IBM Plex Sans"/>
              <a:buChar char="●"/>
            </a:pPr>
            <a:r>
              <a:rPr lang="en-US" sz="1800">
                <a:latin typeface="IBM Plex Sans"/>
                <a:ea typeface="IBM Plex Sans"/>
                <a:cs typeface="IBM Plex Sans"/>
                <a:sym typeface="IBM Plex Sans"/>
              </a:rPr>
              <a:t>Github</a:t>
            </a:r>
            <a:endParaRPr sz="1800">
              <a:latin typeface="IBM Plex Sans"/>
              <a:ea typeface="IBM Plex Sans"/>
              <a:cs typeface="IBM Plex Sans"/>
              <a:sym typeface="IBM Plex Sans"/>
            </a:endParaRPr>
          </a:p>
          <a:p>
            <a:pPr indent="0" lvl="0" marL="457200" marR="0" rtl="0" algn="l">
              <a:lnSpc>
                <a:spcPct val="133333"/>
              </a:lnSpc>
              <a:spcBef>
                <a:spcPts val="0"/>
              </a:spcBef>
              <a:spcAft>
                <a:spcPts val="0"/>
              </a:spcAft>
              <a:buNone/>
            </a:pPr>
            <a:r>
              <a:t/>
            </a:r>
            <a:endParaRPr b="0" i="0" sz="1800" u="none" cap="none" strike="noStrike">
              <a:solidFill>
                <a:srgbClr val="000000"/>
              </a:solidFill>
              <a:latin typeface="IBM Plex Sans"/>
              <a:ea typeface="IBM Plex Sans"/>
              <a:cs typeface="IBM Plex Sans"/>
              <a:sym typeface="IBM Plex Sans"/>
            </a:endParaRPr>
          </a:p>
          <a:p>
            <a:pPr indent="0" lvl="0" marL="0" marR="0" rtl="0" algn="just">
              <a:lnSpc>
                <a:spcPct val="133333"/>
              </a:lnSpc>
              <a:spcBef>
                <a:spcPts val="1200"/>
              </a:spcBef>
              <a:spcAft>
                <a:spcPts val="0"/>
              </a:spcAft>
              <a:buClr>
                <a:srgbClr val="000000"/>
              </a:buClr>
              <a:buSzPts val="1800"/>
              <a:buFont typeface="Arial"/>
              <a:buNone/>
            </a:pPr>
            <a:r>
              <a:t/>
            </a:r>
            <a:endParaRPr b="0" i="0" sz="1800" u="none" cap="none" strike="noStrike">
              <a:solidFill>
                <a:srgbClr val="3C4043"/>
              </a:solidFill>
              <a:highlight>
                <a:srgbClr val="FFFFFF"/>
              </a:highlight>
              <a:latin typeface="IBM Plex Sans"/>
              <a:ea typeface="IBM Plex Sans"/>
              <a:cs typeface="IBM Plex Sans"/>
              <a:sym typeface="IBM Plex Sans"/>
            </a:endParaRPr>
          </a:p>
        </p:txBody>
      </p:sp>
      <p:pic>
        <p:nvPicPr>
          <p:cNvPr descr="43,705 Meeting Agenda Illustrations &amp; Clip Art - iStock" id="145" name="Google Shape;145;p2"/>
          <p:cNvPicPr preferRelativeResize="0"/>
          <p:nvPr/>
        </p:nvPicPr>
        <p:blipFill rotWithShape="1">
          <a:blip r:embed="rId3">
            <a:alphaModFix/>
          </a:blip>
          <a:srcRect b="0" l="0" r="0" t="0"/>
          <a:stretch/>
        </p:blipFill>
        <p:spPr>
          <a:xfrm>
            <a:off x="5893201" y="933633"/>
            <a:ext cx="2735249" cy="3276232"/>
          </a:xfrm>
          <a:prstGeom prst="rect">
            <a:avLst/>
          </a:prstGeom>
          <a:noFill/>
          <a:ln>
            <a:noFill/>
          </a:ln>
        </p:spPr>
      </p:pic>
      <p:sp>
        <p:nvSpPr>
          <p:cNvPr id="146" name="Google Shape;146;p2"/>
          <p:cNvSpPr/>
          <p:nvPr/>
        </p:nvSpPr>
        <p:spPr>
          <a:xfrm>
            <a:off x="6714866" y="382647"/>
            <a:ext cx="2185283" cy="492324"/>
          </a:xfrm>
          <a:custGeom>
            <a:rect b="b" l="l" r="r" t="t"/>
            <a:pathLst>
              <a:path extrusionOk="0" h="984648" w="4370567">
                <a:moveTo>
                  <a:pt x="0" y="0"/>
                </a:moveTo>
                <a:lnTo>
                  <a:pt x="4370567" y="0"/>
                </a:lnTo>
                <a:lnTo>
                  <a:pt x="4370567" y="984648"/>
                </a:lnTo>
                <a:lnTo>
                  <a:pt x="0" y="984648"/>
                </a:lnTo>
                <a:lnTo>
                  <a:pt x="0" y="0"/>
                </a:lnTo>
                <a:close/>
              </a:path>
            </a:pathLst>
          </a:custGeom>
          <a:blipFill rotWithShape="1">
            <a:blip r:embed="rId4">
              <a:alphaModFix/>
            </a:blip>
            <a:stretch>
              <a:fillRect b="0" l="0" r="0" t="0"/>
            </a:stretch>
          </a:blipFill>
          <a:ln>
            <a:noFill/>
          </a:ln>
        </p:spPr>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143"/>
                                        </p:tgtEl>
                                        <p:attrNameLst>
                                          <p:attrName>style.visibility</p:attrName>
                                        </p:attrNameLst>
                                      </p:cBhvr>
                                      <p:to>
                                        <p:strVal val="visible"/>
                                      </p:to>
                                    </p:set>
                                    <p:anim calcmode="lin" valueType="num">
                                      <p:cBhvr additive="base">
                                        <p:cTn dur="500"/>
                                        <p:tgtEl>
                                          <p:spTgt spid="143"/>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500"/>
                                        <p:tgtEl>
                                          <p:spTgt spid="14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500"/>
                                        <p:tgtEl>
                                          <p:spTgt spid="1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
          <p:cNvSpPr txBox="1"/>
          <p:nvPr>
            <p:ph type="title"/>
          </p:nvPr>
        </p:nvSpPr>
        <p:spPr>
          <a:xfrm>
            <a:off x="329521" y="258725"/>
            <a:ext cx="5153700" cy="4503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1400"/>
              </a:spcBef>
              <a:spcAft>
                <a:spcPts val="0"/>
              </a:spcAft>
              <a:buSzPts val="3000"/>
              <a:buNone/>
            </a:pPr>
            <a:r>
              <a:rPr b="1" lang="en-US" sz="2400">
                <a:highlight>
                  <a:srgbClr val="FFFFFF"/>
                </a:highlight>
                <a:latin typeface="IBM Plex Sans"/>
                <a:ea typeface="IBM Plex Sans"/>
                <a:cs typeface="IBM Plex Sans"/>
                <a:sym typeface="IBM Plex Sans"/>
              </a:rPr>
              <a:t>Coding &amp; Solutioning</a:t>
            </a:r>
            <a:endParaRPr b="1" sz="2400">
              <a:highlight>
                <a:srgbClr val="FFFFFF"/>
              </a:highlight>
              <a:latin typeface="IBM Plex Sans"/>
              <a:ea typeface="IBM Plex Sans"/>
              <a:cs typeface="IBM Plex Sans"/>
              <a:sym typeface="IBM Plex Sans"/>
            </a:endParaRPr>
          </a:p>
        </p:txBody>
      </p:sp>
      <p:sp>
        <p:nvSpPr>
          <p:cNvPr id="152" name="Google Shape;152;p1"/>
          <p:cNvSpPr txBox="1"/>
          <p:nvPr/>
        </p:nvSpPr>
        <p:spPr>
          <a:xfrm>
            <a:off x="329521" y="1951855"/>
            <a:ext cx="3173221" cy="1692741"/>
          </a:xfrm>
          <a:prstGeom prst="rect">
            <a:avLst/>
          </a:prstGeom>
          <a:noFill/>
          <a:ln>
            <a:noFill/>
          </a:ln>
        </p:spPr>
        <p:txBody>
          <a:bodyPr anchorCtr="0" anchor="t" bIns="91425" lIns="91425" spcFirstLastPara="1" rIns="91425" wrap="square" tIns="91425">
            <a:spAutoFit/>
          </a:bodyPr>
          <a:lstStyle/>
          <a:p>
            <a:pPr indent="0" lvl="0" marL="12700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Coding and solutioning refers to the process of creating a solution to a problem or task using programming languages and tools. This involves writing code, testing and debugging, and optimizing the solution for performance and efficiency.</a:t>
            </a:r>
            <a:endParaRPr b="0" i="0" sz="1400" u="none" cap="none" strike="noStrike">
              <a:solidFill>
                <a:srgbClr val="000000"/>
              </a:solidFill>
              <a:latin typeface="Arial"/>
              <a:ea typeface="Arial"/>
              <a:cs typeface="Arial"/>
              <a:sym typeface="Arial"/>
            </a:endParaRPr>
          </a:p>
        </p:txBody>
      </p:sp>
      <p:pic>
        <p:nvPicPr>
          <p:cNvPr descr="Coding Standards - why important? -" id="153" name="Google Shape;153;p1"/>
          <p:cNvPicPr preferRelativeResize="0"/>
          <p:nvPr/>
        </p:nvPicPr>
        <p:blipFill rotWithShape="1">
          <a:blip r:embed="rId3">
            <a:alphaModFix/>
          </a:blip>
          <a:srcRect b="0" l="0" r="0" t="0"/>
          <a:stretch/>
        </p:blipFill>
        <p:spPr>
          <a:xfrm>
            <a:off x="3778723" y="1322439"/>
            <a:ext cx="4903022" cy="2757950"/>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
        <p:nvSpPr>
          <p:cNvPr id="154" name="Google Shape;154;p1"/>
          <p:cNvSpPr/>
          <p:nvPr/>
        </p:nvSpPr>
        <p:spPr>
          <a:xfrm>
            <a:off x="6562466" y="230247"/>
            <a:ext cx="2185283" cy="492324"/>
          </a:xfrm>
          <a:custGeom>
            <a:rect b="b" l="l" r="r" t="t"/>
            <a:pathLst>
              <a:path extrusionOk="0" h="984648" w="4370567">
                <a:moveTo>
                  <a:pt x="0" y="0"/>
                </a:moveTo>
                <a:lnTo>
                  <a:pt x="4370567" y="0"/>
                </a:lnTo>
                <a:lnTo>
                  <a:pt x="4370567" y="984648"/>
                </a:lnTo>
                <a:lnTo>
                  <a:pt x="0" y="984648"/>
                </a:lnTo>
                <a:lnTo>
                  <a:pt x="0" y="0"/>
                </a:lnTo>
                <a:close/>
              </a:path>
            </a:pathLst>
          </a:custGeom>
          <a:blipFill rotWithShape="1">
            <a:blip r:embed="rId4">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4"/>
          <p:cNvSpPr txBox="1"/>
          <p:nvPr>
            <p:ph type="title"/>
          </p:nvPr>
        </p:nvSpPr>
        <p:spPr>
          <a:xfrm>
            <a:off x="329521" y="258725"/>
            <a:ext cx="5153700" cy="4503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1400"/>
              </a:spcBef>
              <a:spcAft>
                <a:spcPts val="0"/>
              </a:spcAft>
              <a:buSzPts val="3000"/>
              <a:buNone/>
            </a:pPr>
            <a:r>
              <a:rPr b="1" lang="en-US" sz="2400">
                <a:highlight>
                  <a:srgbClr val="FFFFFF"/>
                </a:highlight>
                <a:latin typeface="IBM Plex Sans"/>
                <a:ea typeface="IBM Plex Sans"/>
                <a:cs typeface="IBM Plex Sans"/>
                <a:sym typeface="IBM Plex Sans"/>
              </a:rPr>
              <a:t>Coding &amp; Solutioning</a:t>
            </a:r>
            <a:endParaRPr b="1" sz="2400">
              <a:highlight>
                <a:srgbClr val="FFFFFF"/>
              </a:highlight>
              <a:latin typeface="IBM Plex Sans"/>
              <a:ea typeface="IBM Plex Sans"/>
              <a:cs typeface="IBM Plex Sans"/>
              <a:sym typeface="IBM Plex Sans"/>
            </a:endParaRPr>
          </a:p>
        </p:txBody>
      </p:sp>
      <p:sp>
        <p:nvSpPr>
          <p:cNvPr id="160" name="Google Shape;160;p4"/>
          <p:cNvSpPr txBox="1"/>
          <p:nvPr/>
        </p:nvSpPr>
        <p:spPr>
          <a:xfrm>
            <a:off x="7435416" y="4759862"/>
            <a:ext cx="1514817" cy="230832"/>
          </a:xfrm>
          <a:prstGeom prst="rect">
            <a:avLst/>
          </a:prstGeom>
          <a:noFill/>
          <a:ln>
            <a:noFill/>
          </a:ln>
        </p:spPr>
        <p:txBody>
          <a:bodyPr anchorCtr="0" anchor="t" bIns="45700" lIns="91425" spcFirstLastPara="1" rIns="91425" wrap="square" tIns="45700">
            <a:spAutoFit/>
          </a:bodyPr>
          <a:lstStyle/>
          <a:p>
            <a:pPr indent="0" lvl="0" marL="127000" marR="0" rtl="0" algn="l">
              <a:lnSpc>
                <a:spcPct val="100000"/>
              </a:lnSpc>
              <a:spcBef>
                <a:spcPts val="0"/>
              </a:spcBef>
              <a:spcAft>
                <a:spcPts val="0"/>
              </a:spcAft>
              <a:buNone/>
            </a:pPr>
            <a:r>
              <a:rPr b="1" i="0" lang="en-US" sz="900" u="none" cap="none" strike="noStrike">
                <a:solidFill>
                  <a:schemeClr val="dk1"/>
                </a:solidFill>
                <a:latin typeface="Arial"/>
                <a:ea typeface="Arial"/>
                <a:cs typeface="Arial"/>
                <a:sym typeface="Arial"/>
              </a:rPr>
              <a:t>Source-</a:t>
            </a:r>
            <a:r>
              <a:rPr b="1" i="0" lang="en-US" sz="900" u="none" cap="none" strike="noStrike">
                <a:solidFill>
                  <a:srgbClr val="000000"/>
                </a:solidFill>
                <a:latin typeface="Arial"/>
                <a:ea typeface="Arial"/>
                <a:cs typeface="Arial"/>
                <a:sym typeface="Arial"/>
              </a:rPr>
              <a:t> Radix</a:t>
            </a:r>
            <a:endParaRPr b="1" i="0" sz="900" u="none" cap="none" strike="noStrike">
              <a:solidFill>
                <a:srgbClr val="000000"/>
              </a:solidFill>
              <a:latin typeface="Arial"/>
              <a:ea typeface="Arial"/>
              <a:cs typeface="Arial"/>
              <a:sym typeface="Arial"/>
            </a:endParaRPr>
          </a:p>
        </p:txBody>
      </p:sp>
      <p:pic>
        <p:nvPicPr>
          <p:cNvPr descr="Benefits-and-Importance-of-Code-Quality" id="161" name="Google Shape;161;p4"/>
          <p:cNvPicPr preferRelativeResize="0"/>
          <p:nvPr/>
        </p:nvPicPr>
        <p:blipFill rotWithShape="1">
          <a:blip r:embed="rId3">
            <a:alphaModFix/>
          </a:blip>
          <a:srcRect b="5029" l="0" r="0" t="0"/>
          <a:stretch/>
        </p:blipFill>
        <p:spPr>
          <a:xfrm>
            <a:off x="1733426" y="1085850"/>
            <a:ext cx="4853112" cy="3674012"/>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
        <p:nvSpPr>
          <p:cNvPr id="162" name="Google Shape;162;p4"/>
          <p:cNvSpPr/>
          <p:nvPr/>
        </p:nvSpPr>
        <p:spPr>
          <a:xfrm>
            <a:off x="6562466" y="230247"/>
            <a:ext cx="2185283" cy="492324"/>
          </a:xfrm>
          <a:custGeom>
            <a:rect b="b" l="l" r="r" t="t"/>
            <a:pathLst>
              <a:path extrusionOk="0" h="984648" w="4370567">
                <a:moveTo>
                  <a:pt x="0" y="0"/>
                </a:moveTo>
                <a:lnTo>
                  <a:pt x="4370567" y="0"/>
                </a:lnTo>
                <a:lnTo>
                  <a:pt x="4370567" y="984648"/>
                </a:lnTo>
                <a:lnTo>
                  <a:pt x="0" y="984648"/>
                </a:lnTo>
                <a:lnTo>
                  <a:pt x="0" y="0"/>
                </a:lnTo>
                <a:close/>
              </a:path>
            </a:pathLst>
          </a:custGeom>
          <a:blipFill rotWithShape="1">
            <a:blip r:embed="rId4">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7"/>
          <p:cNvSpPr txBox="1"/>
          <p:nvPr>
            <p:ph type="title"/>
          </p:nvPr>
        </p:nvSpPr>
        <p:spPr>
          <a:xfrm>
            <a:off x="329521" y="258725"/>
            <a:ext cx="5153700" cy="4503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1400"/>
              </a:spcBef>
              <a:spcAft>
                <a:spcPts val="0"/>
              </a:spcAft>
              <a:buSzPts val="3000"/>
              <a:buNone/>
            </a:pPr>
            <a:r>
              <a:rPr b="1" lang="en-US" sz="2400">
                <a:highlight>
                  <a:srgbClr val="FFFFFF"/>
                </a:highlight>
                <a:latin typeface="IBM Plex Sans"/>
                <a:ea typeface="IBM Plex Sans"/>
                <a:cs typeface="IBM Plex Sans"/>
                <a:sym typeface="IBM Plex Sans"/>
              </a:rPr>
              <a:t>Coding &amp; Solutioning</a:t>
            </a:r>
            <a:endParaRPr b="1" sz="2400">
              <a:highlight>
                <a:srgbClr val="FFFFFF"/>
              </a:highlight>
              <a:latin typeface="IBM Plex Sans"/>
              <a:ea typeface="IBM Plex Sans"/>
              <a:cs typeface="IBM Plex Sans"/>
              <a:sym typeface="IBM Plex Sans"/>
            </a:endParaRPr>
          </a:p>
        </p:txBody>
      </p:sp>
      <p:pic>
        <p:nvPicPr>
          <p:cNvPr descr="Implementing Coding Standards" id="168" name="Google Shape;168;p7"/>
          <p:cNvPicPr preferRelativeResize="0"/>
          <p:nvPr/>
        </p:nvPicPr>
        <p:blipFill rotWithShape="1">
          <a:blip r:embed="rId3">
            <a:alphaModFix/>
          </a:blip>
          <a:srcRect b="7175" l="0" r="0" t="0"/>
          <a:stretch/>
        </p:blipFill>
        <p:spPr>
          <a:xfrm>
            <a:off x="1393031" y="1155640"/>
            <a:ext cx="5529263" cy="3452080"/>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
        <p:nvSpPr>
          <p:cNvPr id="169" name="Google Shape;169;p7"/>
          <p:cNvSpPr txBox="1"/>
          <p:nvPr/>
        </p:nvSpPr>
        <p:spPr>
          <a:xfrm>
            <a:off x="7435416" y="4759862"/>
            <a:ext cx="1514817" cy="230832"/>
          </a:xfrm>
          <a:prstGeom prst="rect">
            <a:avLst/>
          </a:prstGeom>
          <a:noFill/>
          <a:ln>
            <a:noFill/>
          </a:ln>
        </p:spPr>
        <p:txBody>
          <a:bodyPr anchorCtr="0" anchor="t" bIns="45700" lIns="91425" spcFirstLastPara="1" rIns="91425" wrap="square" tIns="45700">
            <a:spAutoFit/>
          </a:bodyPr>
          <a:lstStyle/>
          <a:p>
            <a:pPr indent="0" lvl="0" marL="127000" marR="0" rtl="0" algn="l">
              <a:lnSpc>
                <a:spcPct val="100000"/>
              </a:lnSpc>
              <a:spcBef>
                <a:spcPts val="0"/>
              </a:spcBef>
              <a:spcAft>
                <a:spcPts val="0"/>
              </a:spcAft>
              <a:buNone/>
            </a:pPr>
            <a:r>
              <a:rPr b="1" i="0" lang="en-US" sz="900" u="none" cap="none" strike="noStrike">
                <a:solidFill>
                  <a:schemeClr val="dk1"/>
                </a:solidFill>
                <a:latin typeface="Arial"/>
                <a:ea typeface="Arial"/>
                <a:cs typeface="Arial"/>
                <a:sym typeface="Arial"/>
              </a:rPr>
              <a:t>Source-</a:t>
            </a:r>
            <a:r>
              <a:rPr b="1" i="0" lang="en-US" sz="900" u="none" cap="none" strike="noStrike">
                <a:solidFill>
                  <a:srgbClr val="000000"/>
                </a:solidFill>
                <a:latin typeface="Arial"/>
                <a:ea typeface="Arial"/>
                <a:cs typeface="Arial"/>
                <a:sym typeface="Arial"/>
              </a:rPr>
              <a:t> Radix</a:t>
            </a:r>
            <a:endParaRPr b="1" i="0" sz="900" u="none" cap="none" strike="noStrike">
              <a:solidFill>
                <a:srgbClr val="000000"/>
              </a:solidFill>
              <a:latin typeface="Arial"/>
              <a:ea typeface="Arial"/>
              <a:cs typeface="Arial"/>
              <a:sym typeface="Arial"/>
            </a:endParaRPr>
          </a:p>
        </p:txBody>
      </p:sp>
      <p:sp>
        <p:nvSpPr>
          <p:cNvPr id="170" name="Google Shape;170;p7"/>
          <p:cNvSpPr/>
          <p:nvPr/>
        </p:nvSpPr>
        <p:spPr>
          <a:xfrm>
            <a:off x="6562466" y="230247"/>
            <a:ext cx="2185283" cy="492324"/>
          </a:xfrm>
          <a:custGeom>
            <a:rect b="b" l="l" r="r" t="t"/>
            <a:pathLst>
              <a:path extrusionOk="0" h="984648" w="4370567">
                <a:moveTo>
                  <a:pt x="0" y="0"/>
                </a:moveTo>
                <a:lnTo>
                  <a:pt x="4370567" y="0"/>
                </a:lnTo>
                <a:lnTo>
                  <a:pt x="4370567" y="984648"/>
                </a:lnTo>
                <a:lnTo>
                  <a:pt x="0" y="984648"/>
                </a:lnTo>
                <a:lnTo>
                  <a:pt x="0" y="0"/>
                </a:lnTo>
                <a:close/>
              </a:path>
            </a:pathLst>
          </a:custGeom>
          <a:blipFill rotWithShape="1">
            <a:blip r:embed="rId4">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8"/>
          <p:cNvSpPr txBox="1"/>
          <p:nvPr>
            <p:ph type="title"/>
          </p:nvPr>
        </p:nvSpPr>
        <p:spPr>
          <a:xfrm>
            <a:off x="329521" y="258725"/>
            <a:ext cx="5153700" cy="4503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1400"/>
              </a:spcBef>
              <a:spcAft>
                <a:spcPts val="0"/>
              </a:spcAft>
              <a:buSzPts val="3000"/>
              <a:buNone/>
            </a:pPr>
            <a:r>
              <a:rPr b="1" lang="en-US" sz="2400">
                <a:highlight>
                  <a:srgbClr val="FFFFFF"/>
                </a:highlight>
                <a:latin typeface="IBM Plex Sans"/>
                <a:ea typeface="IBM Plex Sans"/>
                <a:cs typeface="IBM Plex Sans"/>
                <a:sym typeface="IBM Plex Sans"/>
              </a:rPr>
              <a:t>Coding &amp; Solutioning</a:t>
            </a:r>
            <a:endParaRPr b="1" sz="2400">
              <a:highlight>
                <a:srgbClr val="FFFFFF"/>
              </a:highlight>
              <a:latin typeface="IBM Plex Sans"/>
              <a:ea typeface="IBM Plex Sans"/>
              <a:cs typeface="IBM Plex Sans"/>
              <a:sym typeface="IBM Plex Sans"/>
            </a:endParaRPr>
          </a:p>
        </p:txBody>
      </p:sp>
      <p:pic>
        <p:nvPicPr>
          <p:cNvPr id="176" name="Google Shape;176;p8"/>
          <p:cNvPicPr preferRelativeResize="0"/>
          <p:nvPr/>
        </p:nvPicPr>
        <p:blipFill rotWithShape="1">
          <a:blip r:embed="rId3">
            <a:alphaModFix/>
          </a:blip>
          <a:srcRect b="5634" l="0" r="1514" t="0"/>
          <a:stretch/>
        </p:blipFill>
        <p:spPr>
          <a:xfrm>
            <a:off x="1735932" y="864709"/>
            <a:ext cx="4883224" cy="3895153"/>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
        <p:nvSpPr>
          <p:cNvPr id="177" name="Google Shape;177;p8"/>
          <p:cNvSpPr txBox="1"/>
          <p:nvPr/>
        </p:nvSpPr>
        <p:spPr>
          <a:xfrm>
            <a:off x="7435416" y="4759862"/>
            <a:ext cx="1514817" cy="230832"/>
          </a:xfrm>
          <a:prstGeom prst="rect">
            <a:avLst/>
          </a:prstGeom>
          <a:noFill/>
          <a:ln>
            <a:noFill/>
          </a:ln>
        </p:spPr>
        <p:txBody>
          <a:bodyPr anchorCtr="0" anchor="t" bIns="45700" lIns="91425" spcFirstLastPara="1" rIns="91425" wrap="square" tIns="45700">
            <a:spAutoFit/>
          </a:bodyPr>
          <a:lstStyle/>
          <a:p>
            <a:pPr indent="0" lvl="0" marL="127000" marR="0" rtl="0" algn="l">
              <a:lnSpc>
                <a:spcPct val="100000"/>
              </a:lnSpc>
              <a:spcBef>
                <a:spcPts val="0"/>
              </a:spcBef>
              <a:spcAft>
                <a:spcPts val="0"/>
              </a:spcAft>
              <a:buNone/>
            </a:pPr>
            <a:r>
              <a:rPr b="1" i="0" lang="en-US" sz="900" u="none" cap="none" strike="noStrike">
                <a:solidFill>
                  <a:schemeClr val="dk1"/>
                </a:solidFill>
                <a:latin typeface="Arial"/>
                <a:ea typeface="Arial"/>
                <a:cs typeface="Arial"/>
                <a:sym typeface="Arial"/>
              </a:rPr>
              <a:t>Source-</a:t>
            </a:r>
            <a:r>
              <a:rPr b="1" i="0" lang="en-US" sz="900" u="none" cap="none" strike="noStrike">
                <a:solidFill>
                  <a:srgbClr val="000000"/>
                </a:solidFill>
                <a:latin typeface="Arial"/>
                <a:ea typeface="Arial"/>
                <a:cs typeface="Arial"/>
                <a:sym typeface="Arial"/>
              </a:rPr>
              <a:t> Radix</a:t>
            </a:r>
            <a:endParaRPr b="1" i="0" sz="900" u="none" cap="none" strike="noStrike">
              <a:solidFill>
                <a:srgbClr val="000000"/>
              </a:solidFill>
              <a:latin typeface="Arial"/>
              <a:ea typeface="Arial"/>
              <a:cs typeface="Arial"/>
              <a:sym typeface="Arial"/>
            </a:endParaRPr>
          </a:p>
        </p:txBody>
      </p:sp>
      <p:sp>
        <p:nvSpPr>
          <p:cNvPr id="178" name="Google Shape;178;p8"/>
          <p:cNvSpPr/>
          <p:nvPr/>
        </p:nvSpPr>
        <p:spPr>
          <a:xfrm>
            <a:off x="6562466" y="230247"/>
            <a:ext cx="2185283" cy="492324"/>
          </a:xfrm>
          <a:custGeom>
            <a:rect b="b" l="l" r="r" t="t"/>
            <a:pathLst>
              <a:path extrusionOk="0" h="984648" w="4370567">
                <a:moveTo>
                  <a:pt x="0" y="0"/>
                </a:moveTo>
                <a:lnTo>
                  <a:pt x="4370567" y="0"/>
                </a:lnTo>
                <a:lnTo>
                  <a:pt x="4370567" y="984648"/>
                </a:lnTo>
                <a:lnTo>
                  <a:pt x="0" y="984648"/>
                </a:lnTo>
                <a:lnTo>
                  <a:pt x="0" y="0"/>
                </a:lnTo>
                <a:close/>
              </a:path>
            </a:pathLst>
          </a:custGeom>
          <a:blipFill rotWithShape="1">
            <a:blip r:embed="rId4">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9"/>
          <p:cNvSpPr txBox="1"/>
          <p:nvPr>
            <p:ph type="title"/>
          </p:nvPr>
        </p:nvSpPr>
        <p:spPr>
          <a:xfrm>
            <a:off x="329521" y="258725"/>
            <a:ext cx="5153700" cy="4503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1400"/>
              </a:spcBef>
              <a:spcAft>
                <a:spcPts val="0"/>
              </a:spcAft>
              <a:buSzPts val="3000"/>
              <a:buNone/>
            </a:pPr>
            <a:r>
              <a:rPr b="1" lang="en-US" sz="2400">
                <a:highlight>
                  <a:srgbClr val="FFFFFF"/>
                </a:highlight>
                <a:latin typeface="IBM Plex Sans"/>
                <a:ea typeface="IBM Plex Sans"/>
                <a:cs typeface="IBM Plex Sans"/>
                <a:sym typeface="IBM Plex Sans"/>
              </a:rPr>
              <a:t>Coding &amp; Solutioning</a:t>
            </a:r>
            <a:endParaRPr b="1" sz="2400">
              <a:highlight>
                <a:srgbClr val="FFFFFF"/>
              </a:highlight>
              <a:latin typeface="IBM Plex Sans"/>
              <a:ea typeface="IBM Plex Sans"/>
              <a:cs typeface="IBM Plex Sans"/>
              <a:sym typeface="IBM Plex Sans"/>
            </a:endParaRPr>
          </a:p>
        </p:txBody>
      </p:sp>
      <p:sp>
        <p:nvSpPr>
          <p:cNvPr id="184" name="Google Shape;184;p9"/>
          <p:cNvSpPr txBox="1"/>
          <p:nvPr/>
        </p:nvSpPr>
        <p:spPr>
          <a:xfrm>
            <a:off x="492919" y="1328737"/>
            <a:ext cx="5264944" cy="2769959"/>
          </a:xfrm>
          <a:prstGeom prst="rect">
            <a:avLst/>
          </a:prstGeom>
          <a:noFill/>
          <a:ln>
            <a:noFill/>
          </a:ln>
        </p:spPr>
        <p:txBody>
          <a:bodyPr anchorCtr="0" anchor="t" bIns="91425" lIns="91425" spcFirstLastPara="1" rIns="91425" wrap="square" tIns="91425">
            <a:spAutoFit/>
          </a:bodyPr>
          <a:lstStyle/>
          <a:p>
            <a:pPr indent="0" lvl="0" marL="127000" marR="0" rtl="0" algn="l">
              <a:lnSpc>
                <a:spcPct val="100000"/>
              </a:lnSpc>
              <a:spcBef>
                <a:spcPts val="0"/>
              </a:spcBef>
              <a:spcAft>
                <a:spcPts val="0"/>
              </a:spcAft>
              <a:buNone/>
            </a:pPr>
            <a:r>
              <a:rPr b="1" i="0" lang="en-US" sz="2000" u="none" cap="none" strike="noStrike">
                <a:solidFill>
                  <a:srgbClr val="000000"/>
                </a:solidFill>
                <a:latin typeface="Arial"/>
                <a:ea typeface="Arial"/>
                <a:cs typeface="Arial"/>
                <a:sym typeface="Arial"/>
              </a:rPr>
              <a:t>Important parameters of the code:</a:t>
            </a:r>
            <a:endParaRPr/>
          </a:p>
          <a:p>
            <a:pPr indent="0" lvl="6" marL="127000" marR="0" rtl="0" algn="l">
              <a:lnSpc>
                <a:spcPct val="100000"/>
              </a:lnSpc>
              <a:spcBef>
                <a:spcPts val="0"/>
              </a:spcBef>
              <a:spcAft>
                <a:spcPts val="0"/>
              </a:spcAft>
              <a:buNone/>
            </a:pPr>
            <a:br>
              <a:rPr b="0" i="0" lang="en-US" sz="2000" u="none" cap="none" strike="noStrike">
                <a:solidFill>
                  <a:srgbClr val="000000"/>
                </a:solidFill>
                <a:latin typeface="Arial"/>
                <a:ea typeface="Arial"/>
                <a:cs typeface="Arial"/>
                <a:sym typeface="Arial"/>
              </a:rPr>
            </a:br>
            <a:r>
              <a:rPr b="0" i="0" lang="en-US" sz="1600" u="none" cap="none" strike="noStrike">
                <a:solidFill>
                  <a:srgbClr val="000000"/>
                </a:solidFill>
                <a:latin typeface="Arial"/>
                <a:ea typeface="Arial"/>
                <a:cs typeface="Arial"/>
                <a:sym typeface="Arial"/>
              </a:rPr>
              <a:t>1. No. of Functional Features</a:t>
            </a:r>
            <a:br>
              <a:rPr b="0" i="0" lang="en-US" sz="1600" u="none" cap="none" strike="noStrike">
                <a:solidFill>
                  <a:srgbClr val="000000"/>
                </a:solidFill>
                <a:latin typeface="Arial"/>
                <a:ea typeface="Arial"/>
                <a:cs typeface="Arial"/>
                <a:sym typeface="Arial"/>
              </a:rPr>
            </a:br>
            <a:r>
              <a:rPr b="0" i="0" lang="en-US" sz="1600" u="none" cap="none" strike="noStrike">
                <a:solidFill>
                  <a:srgbClr val="000000"/>
                </a:solidFill>
                <a:latin typeface="Arial"/>
                <a:ea typeface="Arial"/>
                <a:cs typeface="Arial"/>
                <a:sym typeface="Arial"/>
              </a:rPr>
              <a:t>2. Code Efficiency</a:t>
            </a:r>
            <a:br>
              <a:rPr b="0" i="0" lang="en-US" sz="1600" u="none" cap="none" strike="noStrike">
                <a:solidFill>
                  <a:srgbClr val="000000"/>
                </a:solidFill>
                <a:latin typeface="Arial"/>
                <a:ea typeface="Arial"/>
                <a:cs typeface="Arial"/>
                <a:sym typeface="Arial"/>
              </a:rPr>
            </a:br>
            <a:r>
              <a:rPr b="0" i="0" lang="en-US" sz="1600" u="none" cap="none" strike="noStrike">
                <a:solidFill>
                  <a:srgbClr val="000000"/>
                </a:solidFill>
                <a:latin typeface="Arial"/>
                <a:ea typeface="Arial"/>
                <a:cs typeface="Arial"/>
                <a:sym typeface="Arial"/>
              </a:rPr>
              <a:t>3. Utilization of algorithms</a:t>
            </a:r>
            <a:br>
              <a:rPr b="0" i="0" lang="en-US" sz="1600" u="none" cap="none" strike="noStrike">
                <a:solidFill>
                  <a:srgbClr val="000000"/>
                </a:solidFill>
                <a:latin typeface="Arial"/>
                <a:ea typeface="Arial"/>
                <a:cs typeface="Arial"/>
                <a:sym typeface="Arial"/>
              </a:rPr>
            </a:br>
            <a:r>
              <a:rPr b="0" i="0" lang="en-US" sz="1600" u="none" cap="none" strike="noStrike">
                <a:solidFill>
                  <a:srgbClr val="000000"/>
                </a:solidFill>
                <a:latin typeface="Arial"/>
                <a:ea typeface="Arial"/>
                <a:cs typeface="Arial"/>
                <a:sym typeface="Arial"/>
              </a:rPr>
              <a:t>4. Coding Layout (Self-explanation &amp; reusability)</a:t>
            </a:r>
            <a:br>
              <a:rPr b="0" i="0" lang="en-US" sz="1600" u="none" cap="none" strike="noStrike">
                <a:solidFill>
                  <a:srgbClr val="000000"/>
                </a:solidFill>
                <a:latin typeface="Arial"/>
                <a:ea typeface="Arial"/>
                <a:cs typeface="Arial"/>
                <a:sym typeface="Arial"/>
              </a:rPr>
            </a:br>
            <a:r>
              <a:rPr b="0" i="0" lang="en-US" sz="1600" u="none" cap="none" strike="noStrike">
                <a:solidFill>
                  <a:srgbClr val="000000"/>
                </a:solidFill>
                <a:latin typeface="Arial"/>
                <a:ea typeface="Arial"/>
                <a:cs typeface="Arial"/>
                <a:sym typeface="Arial"/>
              </a:rPr>
              <a:t>5. Debugging &amp; Traceability</a:t>
            </a:r>
            <a:br>
              <a:rPr b="0" i="0" lang="en-US" sz="1600" u="none" cap="none" strike="noStrike">
                <a:solidFill>
                  <a:srgbClr val="000000"/>
                </a:solidFill>
                <a:latin typeface="Arial"/>
                <a:ea typeface="Arial"/>
                <a:cs typeface="Arial"/>
                <a:sym typeface="Arial"/>
              </a:rPr>
            </a:br>
            <a:r>
              <a:rPr b="0" i="0" lang="en-US" sz="1600" u="none" cap="none" strike="noStrike">
                <a:solidFill>
                  <a:srgbClr val="000000"/>
                </a:solidFill>
                <a:latin typeface="Arial"/>
                <a:ea typeface="Arial"/>
                <a:cs typeface="Arial"/>
                <a:sym typeface="Arial"/>
              </a:rPr>
              <a:t>6. Exception Handling</a:t>
            </a:r>
            <a:endParaRPr/>
          </a:p>
          <a:p>
            <a:pPr indent="0" lvl="6" marL="12700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p>
            <a:pPr indent="0" lvl="6" marL="12700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p:txBody>
      </p:sp>
      <p:sp>
        <p:nvSpPr>
          <p:cNvPr id="185" name="Google Shape;185;p9"/>
          <p:cNvSpPr/>
          <p:nvPr/>
        </p:nvSpPr>
        <p:spPr>
          <a:xfrm>
            <a:off x="6562466" y="230247"/>
            <a:ext cx="2185283" cy="492324"/>
          </a:xfrm>
          <a:custGeom>
            <a:rect b="b" l="l" r="r" t="t"/>
            <a:pathLst>
              <a:path extrusionOk="0" h="984648" w="4370567">
                <a:moveTo>
                  <a:pt x="0" y="0"/>
                </a:moveTo>
                <a:lnTo>
                  <a:pt x="4370567" y="0"/>
                </a:lnTo>
                <a:lnTo>
                  <a:pt x="4370567" y="984648"/>
                </a:lnTo>
                <a:lnTo>
                  <a:pt x="0" y="984648"/>
                </a:lnTo>
                <a:lnTo>
                  <a:pt x="0" y="0"/>
                </a:lnTo>
                <a:close/>
              </a:path>
            </a:pathLst>
          </a:custGeom>
          <a:blipFill rotWithShape="1">
            <a:blip r:embed="rId3">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0"/>
          <p:cNvSpPr txBox="1"/>
          <p:nvPr>
            <p:ph type="title"/>
          </p:nvPr>
        </p:nvSpPr>
        <p:spPr>
          <a:xfrm>
            <a:off x="329521" y="258725"/>
            <a:ext cx="5153700" cy="4503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1400"/>
              </a:spcBef>
              <a:spcAft>
                <a:spcPts val="0"/>
              </a:spcAft>
              <a:buSzPts val="3000"/>
              <a:buNone/>
            </a:pPr>
            <a:r>
              <a:rPr b="1" lang="en-US" sz="2400">
                <a:highlight>
                  <a:srgbClr val="FFFFFF"/>
                </a:highlight>
                <a:latin typeface="IBM Plex Sans"/>
                <a:ea typeface="IBM Plex Sans"/>
                <a:cs typeface="IBM Plex Sans"/>
                <a:sym typeface="IBM Plex Sans"/>
              </a:rPr>
              <a:t>Performance Testing</a:t>
            </a:r>
            <a:endParaRPr b="1" sz="2400">
              <a:highlight>
                <a:srgbClr val="FFFFFF"/>
              </a:highlight>
              <a:latin typeface="IBM Plex Sans"/>
              <a:ea typeface="IBM Plex Sans"/>
              <a:cs typeface="IBM Plex Sans"/>
              <a:sym typeface="IBM Plex Sans"/>
            </a:endParaRPr>
          </a:p>
        </p:txBody>
      </p:sp>
      <p:sp>
        <p:nvSpPr>
          <p:cNvPr id="191" name="Google Shape;191;p10"/>
          <p:cNvSpPr txBox="1"/>
          <p:nvPr/>
        </p:nvSpPr>
        <p:spPr>
          <a:xfrm>
            <a:off x="329521" y="1402214"/>
            <a:ext cx="3781562" cy="2339072"/>
          </a:xfrm>
          <a:prstGeom prst="rect">
            <a:avLst/>
          </a:prstGeom>
          <a:noFill/>
          <a:ln>
            <a:noFill/>
          </a:ln>
        </p:spPr>
        <p:txBody>
          <a:bodyPr anchorCtr="0" anchor="t" bIns="91425" lIns="91425" spcFirstLastPara="1" rIns="91425" wrap="square" tIns="91425">
            <a:spAutoFit/>
          </a:bodyPr>
          <a:lstStyle/>
          <a:p>
            <a:pPr indent="0" lvl="0" marL="127000" marR="0" rtl="0" algn="just">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Performance testing is a non-functional software testing technique that determines how the stability, speed, scalability, and responsiveness of an application holds up under a given workload. It’s a key step in ensuring software quality, but unfortunately, is often seen as an afterthought, in isolation, and to begin once functional testing is completed, and in most cases, after the code is ready to release.</a:t>
            </a:r>
            <a:endParaRPr b="0" i="0" sz="1400" u="none" cap="none" strike="noStrike">
              <a:solidFill>
                <a:srgbClr val="000000"/>
              </a:solidFill>
              <a:latin typeface="Arial"/>
              <a:ea typeface="Arial"/>
              <a:cs typeface="Arial"/>
              <a:sym typeface="Arial"/>
            </a:endParaRPr>
          </a:p>
        </p:txBody>
      </p:sp>
      <p:pic>
        <p:nvPicPr>
          <p:cNvPr descr="Free vector data analyst oversees and governs income, expenses with magnifier. financial management system, finance software, it management tool concept" id="192" name="Google Shape;192;p10"/>
          <p:cNvPicPr preferRelativeResize="0"/>
          <p:nvPr/>
        </p:nvPicPr>
        <p:blipFill rotWithShape="1">
          <a:blip r:embed="rId3">
            <a:alphaModFix/>
          </a:blip>
          <a:srcRect b="0" l="0" r="0" t="0"/>
          <a:stretch/>
        </p:blipFill>
        <p:spPr>
          <a:xfrm>
            <a:off x="4358370" y="1087566"/>
            <a:ext cx="4456109" cy="2968367"/>
          </a:xfrm>
          <a:prstGeom prst="rect">
            <a:avLst/>
          </a:prstGeom>
          <a:noFill/>
          <a:ln>
            <a:noFill/>
          </a:ln>
        </p:spPr>
      </p:pic>
      <p:sp>
        <p:nvSpPr>
          <p:cNvPr id="193" name="Google Shape;193;p10"/>
          <p:cNvSpPr/>
          <p:nvPr/>
        </p:nvSpPr>
        <p:spPr>
          <a:xfrm>
            <a:off x="6562466" y="230247"/>
            <a:ext cx="2185283" cy="492324"/>
          </a:xfrm>
          <a:custGeom>
            <a:rect b="b" l="l" r="r" t="t"/>
            <a:pathLst>
              <a:path extrusionOk="0" h="984648" w="4370567">
                <a:moveTo>
                  <a:pt x="0" y="0"/>
                </a:moveTo>
                <a:lnTo>
                  <a:pt x="4370567" y="0"/>
                </a:lnTo>
                <a:lnTo>
                  <a:pt x="4370567" y="984648"/>
                </a:lnTo>
                <a:lnTo>
                  <a:pt x="0" y="984648"/>
                </a:lnTo>
                <a:lnTo>
                  <a:pt x="0" y="0"/>
                </a:lnTo>
                <a:close/>
              </a:path>
            </a:pathLst>
          </a:custGeom>
          <a:blipFill rotWithShape="1">
            <a:blip r:embed="rId4">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1"/>
          <p:cNvSpPr txBox="1"/>
          <p:nvPr>
            <p:ph type="title"/>
          </p:nvPr>
        </p:nvSpPr>
        <p:spPr>
          <a:xfrm>
            <a:off x="329521" y="258725"/>
            <a:ext cx="5153700" cy="4503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1400"/>
              </a:spcBef>
              <a:spcAft>
                <a:spcPts val="0"/>
              </a:spcAft>
              <a:buSzPts val="3000"/>
              <a:buNone/>
            </a:pPr>
            <a:r>
              <a:rPr b="1" lang="en-US" sz="2400">
                <a:highlight>
                  <a:srgbClr val="FFFFFF"/>
                </a:highlight>
                <a:latin typeface="IBM Plex Sans"/>
                <a:ea typeface="IBM Plex Sans"/>
                <a:cs typeface="IBM Plex Sans"/>
                <a:sym typeface="IBM Plex Sans"/>
              </a:rPr>
              <a:t>Need of Performance Testing</a:t>
            </a:r>
            <a:endParaRPr b="1" sz="2400">
              <a:highlight>
                <a:srgbClr val="FFFFFF"/>
              </a:highlight>
              <a:latin typeface="IBM Plex Sans"/>
              <a:ea typeface="IBM Plex Sans"/>
              <a:cs typeface="IBM Plex Sans"/>
              <a:sym typeface="IBM Plex Sans"/>
            </a:endParaRPr>
          </a:p>
        </p:txBody>
      </p:sp>
      <p:sp>
        <p:nvSpPr>
          <p:cNvPr id="199" name="Google Shape;199;p11"/>
          <p:cNvSpPr txBox="1"/>
          <p:nvPr/>
        </p:nvSpPr>
        <p:spPr>
          <a:xfrm>
            <a:off x="388840" y="1566630"/>
            <a:ext cx="6331628" cy="3046958"/>
          </a:xfrm>
          <a:prstGeom prst="rect">
            <a:avLst/>
          </a:prstGeom>
          <a:noFill/>
          <a:ln>
            <a:noFill/>
          </a:ln>
        </p:spPr>
        <p:txBody>
          <a:bodyPr anchorCtr="0" anchor="t" bIns="91425" lIns="91425" spcFirstLastPara="1" rIns="91425" wrap="square" tIns="91425">
            <a:spAutoFit/>
          </a:bodyPr>
          <a:lstStyle/>
          <a:p>
            <a:pPr indent="-285750" lvl="0" marL="285750" marR="0" rtl="0" algn="just">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To determine whether the application satisfies performance requirements (for instance, the system should handle up to 1,000 concurrent users).</a:t>
            </a:r>
            <a:endParaRPr/>
          </a:p>
          <a:p>
            <a:pPr indent="0" lvl="0" marL="0" marR="0" rtl="0" algn="just">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To locate computing bottlenecks within an application.</a:t>
            </a:r>
            <a:endParaRPr/>
          </a:p>
          <a:p>
            <a:pPr indent="0" lvl="0" marL="0" marR="0" rtl="0" algn="just">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To establish whether the performance levels claimed by a software vendor are indeed true.</a:t>
            </a:r>
            <a:endParaRPr/>
          </a:p>
          <a:p>
            <a:pPr indent="0" lvl="0" marL="0" marR="0" rtl="0" algn="just">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To compare two or more systems and identify the one that performs best.</a:t>
            </a:r>
            <a:endParaRPr/>
          </a:p>
          <a:p>
            <a:pPr indent="0" lvl="0" marL="0" marR="0" rtl="0" algn="just">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To measure stability under peak traffic events.</a:t>
            </a:r>
            <a:endParaRPr/>
          </a:p>
          <a:p>
            <a:pPr indent="0" lvl="6" marL="12700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p>
            <a:pPr indent="0" lvl="6" marL="12700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p:txBody>
      </p:sp>
      <p:sp>
        <p:nvSpPr>
          <p:cNvPr id="200" name="Google Shape;200;p11"/>
          <p:cNvSpPr/>
          <p:nvPr/>
        </p:nvSpPr>
        <p:spPr>
          <a:xfrm>
            <a:off x="6562466" y="230247"/>
            <a:ext cx="2185283" cy="492324"/>
          </a:xfrm>
          <a:custGeom>
            <a:rect b="b" l="l" r="r" t="t"/>
            <a:pathLst>
              <a:path extrusionOk="0" h="984648" w="4370567">
                <a:moveTo>
                  <a:pt x="0" y="0"/>
                </a:moveTo>
                <a:lnTo>
                  <a:pt x="4370567" y="0"/>
                </a:lnTo>
                <a:lnTo>
                  <a:pt x="4370567" y="984648"/>
                </a:lnTo>
                <a:lnTo>
                  <a:pt x="0" y="984648"/>
                </a:lnTo>
                <a:lnTo>
                  <a:pt x="0" y="0"/>
                </a:lnTo>
                <a:close/>
              </a:path>
            </a:pathLst>
          </a:custGeom>
          <a:blipFill rotWithShape="1">
            <a:blip r:embed="rId3">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2"/>
          <p:cNvSpPr txBox="1"/>
          <p:nvPr>
            <p:ph type="title"/>
          </p:nvPr>
        </p:nvSpPr>
        <p:spPr>
          <a:xfrm>
            <a:off x="329521" y="258725"/>
            <a:ext cx="5153700" cy="4503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1400"/>
              </a:spcBef>
              <a:spcAft>
                <a:spcPts val="0"/>
              </a:spcAft>
              <a:buSzPts val="3000"/>
              <a:buNone/>
            </a:pPr>
            <a:r>
              <a:rPr b="1" lang="en-US" sz="2400">
                <a:highlight>
                  <a:srgbClr val="FFFFFF"/>
                </a:highlight>
                <a:latin typeface="IBM Plex Sans"/>
                <a:ea typeface="IBM Plex Sans"/>
                <a:cs typeface="IBM Plex Sans"/>
                <a:sym typeface="IBM Plex Sans"/>
              </a:rPr>
              <a:t>How to do Performance Testing?</a:t>
            </a:r>
            <a:endParaRPr b="1" sz="2400">
              <a:highlight>
                <a:srgbClr val="FFFFFF"/>
              </a:highlight>
              <a:latin typeface="IBM Plex Sans"/>
              <a:ea typeface="IBM Plex Sans"/>
              <a:cs typeface="IBM Plex Sans"/>
              <a:sym typeface="IBM Plex Sans"/>
            </a:endParaRPr>
          </a:p>
        </p:txBody>
      </p:sp>
      <p:sp>
        <p:nvSpPr>
          <p:cNvPr id="206" name="Google Shape;206;p12"/>
          <p:cNvSpPr txBox="1"/>
          <p:nvPr/>
        </p:nvSpPr>
        <p:spPr>
          <a:xfrm>
            <a:off x="403708" y="1833101"/>
            <a:ext cx="3647901" cy="1477297"/>
          </a:xfrm>
          <a:prstGeom prst="rect">
            <a:avLst/>
          </a:prstGeom>
          <a:noFill/>
          <a:ln>
            <a:noFill/>
          </a:ln>
        </p:spPr>
        <p:txBody>
          <a:bodyPr anchorCtr="0" anchor="t" bIns="91425" lIns="91425" spcFirstLastPara="1" rIns="91425" wrap="square" tIns="91425">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Identify the Test Environment and Tools</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Define Acceptable Performance Criteria</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Plan and Design Tests</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Prepare Test Environment and Tools</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Run the Performance Tests</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Resolve and Retest</a:t>
            </a:r>
            <a:endParaRPr b="0" i="0" sz="1600" u="none" cap="none" strike="noStrike">
              <a:solidFill>
                <a:srgbClr val="000000"/>
              </a:solidFill>
              <a:latin typeface="Arial"/>
              <a:ea typeface="Arial"/>
              <a:cs typeface="Arial"/>
              <a:sym typeface="Arial"/>
            </a:endParaRPr>
          </a:p>
        </p:txBody>
      </p:sp>
      <p:pic>
        <p:nvPicPr>
          <p:cNvPr descr="System Performance Testing: Benefits, Types, Tools &amp; More" id="207" name="Google Shape;207;p12"/>
          <p:cNvPicPr preferRelativeResize="0"/>
          <p:nvPr/>
        </p:nvPicPr>
        <p:blipFill rotWithShape="1">
          <a:blip r:embed="rId3">
            <a:alphaModFix/>
          </a:blip>
          <a:srcRect b="0" l="0" r="0" t="0"/>
          <a:stretch/>
        </p:blipFill>
        <p:spPr>
          <a:xfrm>
            <a:off x="4259766" y="1493798"/>
            <a:ext cx="4422959" cy="2155901"/>
          </a:xfrm>
          <a:prstGeom prst="rect">
            <a:avLst/>
          </a:prstGeom>
          <a:noFill/>
          <a:ln>
            <a:noFill/>
          </a:ln>
        </p:spPr>
      </p:pic>
      <p:sp>
        <p:nvSpPr>
          <p:cNvPr id="208" name="Google Shape;208;p12"/>
          <p:cNvSpPr/>
          <p:nvPr/>
        </p:nvSpPr>
        <p:spPr>
          <a:xfrm>
            <a:off x="6562466" y="230247"/>
            <a:ext cx="2185283" cy="492324"/>
          </a:xfrm>
          <a:custGeom>
            <a:rect b="b" l="l" r="r" t="t"/>
            <a:pathLst>
              <a:path extrusionOk="0" h="984648" w="4370567">
                <a:moveTo>
                  <a:pt x="0" y="0"/>
                </a:moveTo>
                <a:lnTo>
                  <a:pt x="4370567" y="0"/>
                </a:lnTo>
                <a:lnTo>
                  <a:pt x="4370567" y="984648"/>
                </a:lnTo>
                <a:lnTo>
                  <a:pt x="0" y="984648"/>
                </a:lnTo>
                <a:lnTo>
                  <a:pt x="0" y="0"/>
                </a:lnTo>
                <a:close/>
              </a:path>
            </a:pathLst>
          </a:custGeom>
          <a:blipFill rotWithShape="1">
            <a:blip r:embed="rId4">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2A6B"/>
        </a:solidFill>
      </p:bgPr>
    </p:bg>
    <p:spTree>
      <p:nvGrpSpPr>
        <p:cNvPr id="212" name="Shape 212"/>
        <p:cNvGrpSpPr/>
        <p:nvPr/>
      </p:nvGrpSpPr>
      <p:grpSpPr>
        <a:xfrm>
          <a:off x="0" y="0"/>
          <a:ext cx="0" cy="0"/>
          <a:chOff x="0" y="0"/>
          <a:chExt cx="0" cy="0"/>
        </a:xfrm>
      </p:grpSpPr>
      <p:sp>
        <p:nvSpPr>
          <p:cNvPr id="213" name="Google Shape;213;g21ed9f99e59_1_81"/>
          <p:cNvSpPr txBox="1"/>
          <p:nvPr>
            <p:ph type="title"/>
          </p:nvPr>
        </p:nvSpPr>
        <p:spPr>
          <a:xfrm>
            <a:off x="537150" y="1840675"/>
            <a:ext cx="7966200" cy="986100"/>
          </a:xfrm>
          <a:prstGeom prst="rect">
            <a:avLst/>
          </a:prstGeom>
          <a:noFill/>
          <a:ln>
            <a:noFill/>
          </a:ln>
        </p:spPr>
        <p:txBody>
          <a:bodyPr anchorCtr="0" anchor="ctr" bIns="91425" lIns="91425" spcFirstLastPara="1" rIns="91425" wrap="square" tIns="91425">
            <a:noAutofit/>
          </a:bodyPr>
          <a:lstStyle/>
          <a:p>
            <a:pPr indent="0" lvl="0" marL="0" rtl="0" algn="ctr">
              <a:lnSpc>
                <a:spcPct val="120000"/>
              </a:lnSpc>
              <a:spcBef>
                <a:spcPts val="1400"/>
              </a:spcBef>
              <a:spcAft>
                <a:spcPts val="0"/>
              </a:spcAft>
              <a:buSzPts val="3000"/>
              <a:buNone/>
            </a:pPr>
            <a:r>
              <a:rPr b="1" lang="en-US" sz="3200">
                <a:solidFill>
                  <a:schemeClr val="lt1"/>
                </a:solidFill>
                <a:latin typeface="IBM Plex Sans"/>
                <a:ea typeface="IBM Plex Sans"/>
                <a:cs typeface="IBM Plex Sans"/>
                <a:sym typeface="IBM Plex Sans"/>
              </a:rPr>
              <a:t>Thank You</a:t>
            </a:r>
            <a:endParaRPr b="1" sz="3200">
              <a:solidFill>
                <a:schemeClr val="lt1"/>
              </a:solidFill>
              <a:latin typeface="IBM Plex Sans"/>
              <a:ea typeface="IBM Plex Sans"/>
              <a:cs typeface="IBM Plex Sans"/>
              <a:sym typeface="IBM Plex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Yuktesh Chintamadaka</dc:creator>
</cp:coreProperties>
</file>